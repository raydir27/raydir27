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58" r:id="rId10"/>
    <p:sldId id="266" r:id="rId11"/>
    <p:sldId id="267" r:id="rId12"/>
    <p:sldId id="268" r:id="rId13"/>
    <p:sldId id="270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8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7E33F4-6482-489D-B787-40FB8D88E96E}" v="77" dt="2025-12-24T11:11:32.3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rshi Biswas" userId="49c1c4b0ac7286e3" providerId="LiveId" clId="{34E8E390-18B4-45D0-AFBA-EF7918687F21}"/>
    <pc:docChg chg="undo custSel addSld delSld modSld sldOrd">
      <pc:chgData name="Rajarshi Biswas" userId="49c1c4b0ac7286e3" providerId="LiveId" clId="{34E8E390-18B4-45D0-AFBA-EF7918687F21}" dt="2025-12-24T11:12:33.832" v="654" actId="113"/>
      <pc:docMkLst>
        <pc:docMk/>
      </pc:docMkLst>
      <pc:sldChg chg="modSp mod">
        <pc:chgData name="Rajarshi Biswas" userId="49c1c4b0ac7286e3" providerId="LiveId" clId="{34E8E390-18B4-45D0-AFBA-EF7918687F21}" dt="2025-12-24T10:01:18.281" v="120" actId="20577"/>
        <pc:sldMkLst>
          <pc:docMk/>
          <pc:sldMk cId="3346519185" sldId="256"/>
        </pc:sldMkLst>
        <pc:spChg chg="mod">
          <ac:chgData name="Rajarshi Biswas" userId="49c1c4b0ac7286e3" providerId="LiveId" clId="{34E8E390-18B4-45D0-AFBA-EF7918687F21}" dt="2025-12-24T10:01:18.281" v="120" actId="20577"/>
          <ac:spMkLst>
            <pc:docMk/>
            <pc:sldMk cId="3346519185" sldId="256"/>
            <ac:spMk id="3" creationId="{5F4B6A2E-4AFD-7B4A-7BE6-B6EC60D1C44D}"/>
          </ac:spMkLst>
        </pc:spChg>
      </pc:sldChg>
      <pc:sldChg chg="addSp modSp mod">
        <pc:chgData name="Rajarshi Biswas" userId="49c1c4b0ac7286e3" providerId="LiveId" clId="{34E8E390-18B4-45D0-AFBA-EF7918687F21}" dt="2025-12-24T10:05:46.493" v="177" actId="27636"/>
        <pc:sldMkLst>
          <pc:docMk/>
          <pc:sldMk cId="1965273233" sldId="257"/>
        </pc:sldMkLst>
        <pc:spChg chg="mod">
          <ac:chgData name="Rajarshi Biswas" userId="49c1c4b0ac7286e3" providerId="LiveId" clId="{34E8E390-18B4-45D0-AFBA-EF7918687F21}" dt="2025-12-24T10:05:46.493" v="177" actId="27636"/>
          <ac:spMkLst>
            <pc:docMk/>
            <pc:sldMk cId="1965273233" sldId="257"/>
            <ac:spMk id="3" creationId="{290687F3-2C2A-B350-D012-B9E55481A163}"/>
          </ac:spMkLst>
        </pc:spChg>
        <pc:spChg chg="add">
          <ac:chgData name="Rajarshi Biswas" userId="49c1c4b0ac7286e3" providerId="LiveId" clId="{34E8E390-18B4-45D0-AFBA-EF7918687F21}" dt="2025-12-24T10:05:37.358" v="172"/>
          <ac:spMkLst>
            <pc:docMk/>
            <pc:sldMk cId="1965273233" sldId="257"/>
            <ac:spMk id="4" creationId="{F826EE37-2969-A0A2-10FB-7306E47F5CD8}"/>
          </ac:spMkLst>
        </pc:spChg>
      </pc:sldChg>
      <pc:sldChg chg="addSp delSp modSp new mod">
        <pc:chgData name="Rajarshi Biswas" userId="49c1c4b0ac7286e3" providerId="LiveId" clId="{34E8E390-18B4-45D0-AFBA-EF7918687F21}" dt="2025-12-24T09:57:55.849" v="104" actId="20577"/>
        <pc:sldMkLst>
          <pc:docMk/>
          <pc:sldMk cId="2124636430" sldId="258"/>
        </pc:sldMkLst>
        <pc:spChg chg="mod">
          <ac:chgData name="Rajarshi Biswas" userId="49c1c4b0ac7286e3" providerId="LiveId" clId="{34E8E390-18B4-45D0-AFBA-EF7918687F21}" dt="2025-12-24T09:57:55.849" v="104" actId="20577"/>
          <ac:spMkLst>
            <pc:docMk/>
            <pc:sldMk cId="2124636430" sldId="258"/>
            <ac:spMk id="2" creationId="{A154412E-83EC-D897-0601-5D1222F7C310}"/>
          </ac:spMkLst>
        </pc:spChg>
        <pc:spChg chg="del mod">
          <ac:chgData name="Rajarshi Biswas" userId="49c1c4b0ac7286e3" providerId="LiveId" clId="{34E8E390-18B4-45D0-AFBA-EF7918687F21}" dt="2025-12-24T09:53:12.991" v="33"/>
          <ac:spMkLst>
            <pc:docMk/>
            <pc:sldMk cId="2124636430" sldId="258"/>
            <ac:spMk id="3" creationId="{FB72EEB8-BA29-CAA2-3E59-D87E619B9C8E}"/>
          </ac:spMkLst>
        </pc:spChg>
        <pc:spChg chg="add mod">
          <ac:chgData name="Rajarshi Biswas" userId="49c1c4b0ac7286e3" providerId="LiveId" clId="{34E8E390-18B4-45D0-AFBA-EF7918687F21}" dt="2025-12-24T09:55:46.823" v="84" actId="27636"/>
          <ac:spMkLst>
            <pc:docMk/>
            <pc:sldMk cId="2124636430" sldId="258"/>
            <ac:spMk id="4" creationId="{A11F62C2-8A96-96D6-123B-73BBB3EF55E5}"/>
          </ac:spMkLst>
        </pc:spChg>
        <pc:picChg chg="add mod">
          <ac:chgData name="Rajarshi Biswas" userId="49c1c4b0ac7286e3" providerId="LiveId" clId="{34E8E390-18B4-45D0-AFBA-EF7918687F21}" dt="2025-12-24T09:56:32.902" v="85"/>
          <ac:picMkLst>
            <pc:docMk/>
            <pc:sldMk cId="2124636430" sldId="258"/>
            <ac:picMk id="5" creationId="{EEF6AE6C-0A96-5D7D-9CC8-08EDCFAC540E}"/>
          </ac:picMkLst>
        </pc:picChg>
      </pc:sldChg>
      <pc:sldChg chg="addSp delSp modSp add mod">
        <pc:chgData name="Rajarshi Biswas" userId="49c1c4b0ac7286e3" providerId="LiveId" clId="{34E8E390-18B4-45D0-AFBA-EF7918687F21}" dt="2025-12-24T10:02:42.772" v="152" actId="20577"/>
        <pc:sldMkLst>
          <pc:docMk/>
          <pc:sldMk cId="3149649218" sldId="259"/>
        </pc:sldMkLst>
        <pc:spChg chg="mod">
          <ac:chgData name="Rajarshi Biswas" userId="49c1c4b0ac7286e3" providerId="LiveId" clId="{34E8E390-18B4-45D0-AFBA-EF7918687F21}" dt="2025-12-24T10:02:42.772" v="152" actId="20577"/>
          <ac:spMkLst>
            <pc:docMk/>
            <pc:sldMk cId="3149649218" sldId="259"/>
            <ac:spMk id="2" creationId="{46179130-C140-D3E2-52C5-A851A369FA02}"/>
          </ac:spMkLst>
        </pc:spChg>
        <pc:spChg chg="del">
          <ac:chgData name="Rajarshi Biswas" userId="49c1c4b0ac7286e3" providerId="LiveId" clId="{34E8E390-18B4-45D0-AFBA-EF7918687F21}" dt="2025-12-24T10:02:09.364" v="122" actId="478"/>
          <ac:spMkLst>
            <pc:docMk/>
            <pc:sldMk cId="3149649218" sldId="259"/>
            <ac:spMk id="3" creationId="{8997A5A2-3522-4053-C82E-9F726A5F9BA4}"/>
          </ac:spMkLst>
        </pc:spChg>
        <pc:spChg chg="add del mod">
          <ac:chgData name="Rajarshi Biswas" userId="49c1c4b0ac7286e3" providerId="LiveId" clId="{34E8E390-18B4-45D0-AFBA-EF7918687F21}" dt="2025-12-24T10:02:11.430" v="123" actId="478"/>
          <ac:spMkLst>
            <pc:docMk/>
            <pc:sldMk cId="3149649218" sldId="259"/>
            <ac:spMk id="5" creationId="{C593A801-A368-7131-4AF3-2D947E8F38C2}"/>
          </ac:spMkLst>
        </pc:spChg>
      </pc:sldChg>
      <pc:sldChg chg="delSp modSp new del mod">
        <pc:chgData name="Rajarshi Biswas" userId="49c1c4b0ac7286e3" providerId="LiveId" clId="{34E8E390-18B4-45D0-AFBA-EF7918687F21}" dt="2025-12-24T10:07:50.102" v="188" actId="47"/>
        <pc:sldMkLst>
          <pc:docMk/>
          <pc:sldMk cId="2546295502" sldId="260"/>
        </pc:sldMkLst>
        <pc:spChg chg="mod">
          <ac:chgData name="Rajarshi Biswas" userId="49c1c4b0ac7286e3" providerId="LiveId" clId="{34E8E390-18B4-45D0-AFBA-EF7918687F21}" dt="2025-12-24T10:06:53.179" v="179"/>
          <ac:spMkLst>
            <pc:docMk/>
            <pc:sldMk cId="2546295502" sldId="260"/>
            <ac:spMk id="2" creationId="{AD86E7A1-7C48-0442-4E88-B22F9CA534EE}"/>
          </ac:spMkLst>
        </pc:spChg>
        <pc:spChg chg="del mod">
          <ac:chgData name="Rajarshi Biswas" userId="49c1c4b0ac7286e3" providerId="LiveId" clId="{34E8E390-18B4-45D0-AFBA-EF7918687F21}" dt="2025-12-24T10:07:38.458" v="186" actId="478"/>
          <ac:spMkLst>
            <pc:docMk/>
            <pc:sldMk cId="2546295502" sldId="260"/>
            <ac:spMk id="3" creationId="{5586031C-3A6D-668A-47B4-4DBC15859483}"/>
          </ac:spMkLst>
        </pc:spChg>
      </pc:sldChg>
      <pc:sldChg chg="modSp add mod ord">
        <pc:chgData name="Rajarshi Biswas" userId="49c1c4b0ac7286e3" providerId="LiveId" clId="{34E8E390-18B4-45D0-AFBA-EF7918687F21}" dt="2025-12-24T10:10:57.713" v="189"/>
        <pc:sldMkLst>
          <pc:docMk/>
          <pc:sldMk cId="2469273008" sldId="261"/>
        </pc:sldMkLst>
        <pc:spChg chg="mod">
          <ac:chgData name="Rajarshi Biswas" userId="49c1c4b0ac7286e3" providerId="LiveId" clId="{34E8E390-18B4-45D0-AFBA-EF7918687F21}" dt="2025-12-24T10:07:46.271" v="187"/>
          <ac:spMkLst>
            <pc:docMk/>
            <pc:sldMk cId="2469273008" sldId="261"/>
            <ac:spMk id="2" creationId="{E47F72E4-0A76-2AC8-27A9-BC10D0399C3E}"/>
          </ac:spMkLst>
        </pc:spChg>
        <pc:spChg chg="mod">
          <ac:chgData name="Rajarshi Biswas" userId="49c1c4b0ac7286e3" providerId="LiveId" clId="{34E8E390-18B4-45D0-AFBA-EF7918687F21}" dt="2025-12-24T10:10:57.713" v="189"/>
          <ac:spMkLst>
            <pc:docMk/>
            <pc:sldMk cId="2469273008" sldId="261"/>
            <ac:spMk id="3" creationId="{3F370F6A-4025-92C3-EAA1-EEB316FFE8E1}"/>
          </ac:spMkLst>
        </pc:spChg>
      </pc:sldChg>
      <pc:sldChg chg="addSp modSp add mod">
        <pc:chgData name="Rajarshi Biswas" userId="49c1c4b0ac7286e3" providerId="LiveId" clId="{34E8E390-18B4-45D0-AFBA-EF7918687F21}" dt="2025-12-24T10:13:25.425" v="199" actId="20577"/>
        <pc:sldMkLst>
          <pc:docMk/>
          <pc:sldMk cId="969780679" sldId="262"/>
        </pc:sldMkLst>
        <pc:spChg chg="mod">
          <ac:chgData name="Rajarshi Biswas" userId="49c1c4b0ac7286e3" providerId="LiveId" clId="{34E8E390-18B4-45D0-AFBA-EF7918687F21}" dt="2025-12-24T10:11:33.630" v="195" actId="20577"/>
          <ac:spMkLst>
            <pc:docMk/>
            <pc:sldMk cId="969780679" sldId="262"/>
            <ac:spMk id="2" creationId="{ED3D7BD6-DE0B-C0AB-0FBE-112C53B7CACB}"/>
          </ac:spMkLst>
        </pc:spChg>
        <pc:spChg chg="mod">
          <ac:chgData name="Rajarshi Biswas" userId="49c1c4b0ac7286e3" providerId="LiveId" clId="{34E8E390-18B4-45D0-AFBA-EF7918687F21}" dt="2025-12-24T10:13:25.425" v="199" actId="20577"/>
          <ac:spMkLst>
            <pc:docMk/>
            <pc:sldMk cId="969780679" sldId="262"/>
            <ac:spMk id="3" creationId="{677E766C-9F40-A468-EF71-401793EFED45}"/>
          </ac:spMkLst>
        </pc:spChg>
        <pc:spChg chg="mod">
          <ac:chgData name="Rajarshi Biswas" userId="49c1c4b0ac7286e3" providerId="LiveId" clId="{34E8E390-18B4-45D0-AFBA-EF7918687F21}" dt="2025-12-24T10:12:15.260" v="196"/>
          <ac:spMkLst>
            <pc:docMk/>
            <pc:sldMk cId="969780679" sldId="262"/>
            <ac:spMk id="5" creationId="{AA81C2E8-95A1-0DA6-97AE-3BA9F7234504}"/>
          </ac:spMkLst>
        </pc:spChg>
        <pc:spChg chg="mod">
          <ac:chgData name="Rajarshi Biswas" userId="49c1c4b0ac7286e3" providerId="LiveId" clId="{34E8E390-18B4-45D0-AFBA-EF7918687F21}" dt="2025-12-24T10:12:15.260" v="196"/>
          <ac:spMkLst>
            <pc:docMk/>
            <pc:sldMk cId="969780679" sldId="262"/>
            <ac:spMk id="6" creationId="{759829B5-8688-5623-6622-C835ABABA4AD}"/>
          </ac:spMkLst>
        </pc:spChg>
        <pc:spChg chg="mod">
          <ac:chgData name="Rajarshi Biswas" userId="49c1c4b0ac7286e3" providerId="LiveId" clId="{34E8E390-18B4-45D0-AFBA-EF7918687F21}" dt="2025-12-24T10:12:15.260" v="196"/>
          <ac:spMkLst>
            <pc:docMk/>
            <pc:sldMk cId="969780679" sldId="262"/>
            <ac:spMk id="8" creationId="{218F335A-E258-4EBE-8960-105E9A82AB71}"/>
          </ac:spMkLst>
        </pc:spChg>
        <pc:spChg chg="mod">
          <ac:chgData name="Rajarshi Biswas" userId="49c1c4b0ac7286e3" providerId="LiveId" clId="{34E8E390-18B4-45D0-AFBA-EF7918687F21}" dt="2025-12-24T10:12:15.260" v="196"/>
          <ac:spMkLst>
            <pc:docMk/>
            <pc:sldMk cId="969780679" sldId="262"/>
            <ac:spMk id="9" creationId="{8B3BBFEA-4E88-03CA-2D33-C3584D5353A9}"/>
          </ac:spMkLst>
        </pc:spChg>
        <pc:spChg chg="mod">
          <ac:chgData name="Rajarshi Biswas" userId="49c1c4b0ac7286e3" providerId="LiveId" clId="{34E8E390-18B4-45D0-AFBA-EF7918687F21}" dt="2025-12-24T10:12:15.260" v="196"/>
          <ac:spMkLst>
            <pc:docMk/>
            <pc:sldMk cId="969780679" sldId="262"/>
            <ac:spMk id="10" creationId="{1D517655-9ABD-522E-8E98-1A2FB6CFA447}"/>
          </ac:spMkLst>
        </pc:spChg>
        <pc:spChg chg="mod">
          <ac:chgData name="Rajarshi Biswas" userId="49c1c4b0ac7286e3" providerId="LiveId" clId="{34E8E390-18B4-45D0-AFBA-EF7918687F21}" dt="2025-12-24T10:12:15.260" v="196"/>
          <ac:spMkLst>
            <pc:docMk/>
            <pc:sldMk cId="969780679" sldId="262"/>
            <ac:spMk id="12" creationId="{B13CAE1A-170E-C2BE-9817-56DC5EA8C784}"/>
          </ac:spMkLst>
        </pc:spChg>
        <pc:spChg chg="mod">
          <ac:chgData name="Rajarshi Biswas" userId="49c1c4b0ac7286e3" providerId="LiveId" clId="{34E8E390-18B4-45D0-AFBA-EF7918687F21}" dt="2025-12-24T10:12:15.260" v="196"/>
          <ac:spMkLst>
            <pc:docMk/>
            <pc:sldMk cId="969780679" sldId="262"/>
            <ac:spMk id="13" creationId="{BA289416-D24A-0595-D925-A0CD867A9647}"/>
          </ac:spMkLst>
        </pc:spChg>
        <pc:spChg chg="mod">
          <ac:chgData name="Rajarshi Biswas" userId="49c1c4b0ac7286e3" providerId="LiveId" clId="{34E8E390-18B4-45D0-AFBA-EF7918687F21}" dt="2025-12-24T10:12:15.260" v="196"/>
          <ac:spMkLst>
            <pc:docMk/>
            <pc:sldMk cId="969780679" sldId="262"/>
            <ac:spMk id="14" creationId="{65186230-4C49-8E95-4BC7-74685CD82DFE}"/>
          </ac:spMkLst>
        </pc:spChg>
        <pc:spChg chg="mod">
          <ac:chgData name="Rajarshi Biswas" userId="49c1c4b0ac7286e3" providerId="LiveId" clId="{34E8E390-18B4-45D0-AFBA-EF7918687F21}" dt="2025-12-24T10:12:15.260" v="196"/>
          <ac:spMkLst>
            <pc:docMk/>
            <pc:sldMk cId="969780679" sldId="262"/>
            <ac:spMk id="16" creationId="{E9545D4A-09B2-EC9A-C98B-45C9B1A014CF}"/>
          </ac:spMkLst>
        </pc:spChg>
        <pc:spChg chg="mod">
          <ac:chgData name="Rajarshi Biswas" userId="49c1c4b0ac7286e3" providerId="LiveId" clId="{34E8E390-18B4-45D0-AFBA-EF7918687F21}" dt="2025-12-24T10:12:15.260" v="196"/>
          <ac:spMkLst>
            <pc:docMk/>
            <pc:sldMk cId="969780679" sldId="262"/>
            <ac:spMk id="18" creationId="{DE1C92B2-C22F-5B8F-1E37-86F713171BFE}"/>
          </ac:spMkLst>
        </pc:spChg>
      </pc:sldChg>
      <pc:sldChg chg="addSp delSp modSp new mod">
        <pc:chgData name="Rajarshi Biswas" userId="49c1c4b0ac7286e3" providerId="LiveId" clId="{34E8E390-18B4-45D0-AFBA-EF7918687F21}" dt="2025-12-24T10:15:06.571" v="205" actId="14100"/>
        <pc:sldMkLst>
          <pc:docMk/>
          <pc:sldMk cId="4181403046" sldId="263"/>
        </pc:sldMkLst>
        <pc:spChg chg="mod">
          <ac:chgData name="Rajarshi Biswas" userId="49c1c4b0ac7286e3" providerId="LiveId" clId="{34E8E390-18B4-45D0-AFBA-EF7918687F21}" dt="2025-12-24T10:13:56.771" v="201"/>
          <ac:spMkLst>
            <pc:docMk/>
            <pc:sldMk cId="4181403046" sldId="263"/>
            <ac:spMk id="2" creationId="{73626457-7B91-B8B0-06C8-ED3495A02F97}"/>
          </ac:spMkLst>
        </pc:spChg>
        <pc:spChg chg="del">
          <ac:chgData name="Rajarshi Biswas" userId="49c1c4b0ac7286e3" providerId="LiveId" clId="{34E8E390-18B4-45D0-AFBA-EF7918687F21}" dt="2025-12-24T10:14:58.157" v="204" actId="478"/>
          <ac:spMkLst>
            <pc:docMk/>
            <pc:sldMk cId="4181403046" sldId="263"/>
            <ac:spMk id="3" creationId="{4E3D909B-96A7-806A-888F-44D70AB69EE3}"/>
          </ac:spMkLst>
        </pc:spChg>
        <pc:spChg chg="mod">
          <ac:chgData name="Rajarshi Biswas" userId="49c1c4b0ac7286e3" providerId="LiveId" clId="{34E8E390-18B4-45D0-AFBA-EF7918687F21}" dt="2025-12-24T10:14:09.564" v="202"/>
          <ac:spMkLst>
            <pc:docMk/>
            <pc:sldMk cId="4181403046" sldId="263"/>
            <ac:spMk id="8" creationId="{E9CE1EE2-4EDC-32E9-9A0D-B70E60E39B66}"/>
          </ac:spMkLst>
        </pc:spChg>
        <pc:spChg chg="mod">
          <ac:chgData name="Rajarshi Biswas" userId="49c1c4b0ac7286e3" providerId="LiveId" clId="{34E8E390-18B4-45D0-AFBA-EF7918687F21}" dt="2025-12-24T10:14:09.564" v="202"/>
          <ac:spMkLst>
            <pc:docMk/>
            <pc:sldMk cId="4181403046" sldId="263"/>
            <ac:spMk id="9" creationId="{17EFC278-DFDD-F075-04A2-D09B07506785}"/>
          </ac:spMkLst>
        </pc:spChg>
        <pc:spChg chg="mod">
          <ac:chgData name="Rajarshi Biswas" userId="49c1c4b0ac7286e3" providerId="LiveId" clId="{34E8E390-18B4-45D0-AFBA-EF7918687F21}" dt="2025-12-24T10:14:09.564" v="202"/>
          <ac:spMkLst>
            <pc:docMk/>
            <pc:sldMk cId="4181403046" sldId="263"/>
            <ac:spMk id="10" creationId="{3497C424-310C-6C49-8657-437CF778E988}"/>
          </ac:spMkLst>
        </pc:spChg>
        <pc:spChg chg="mod">
          <ac:chgData name="Rajarshi Biswas" userId="49c1c4b0ac7286e3" providerId="LiveId" clId="{34E8E390-18B4-45D0-AFBA-EF7918687F21}" dt="2025-12-24T10:14:09.564" v="202"/>
          <ac:spMkLst>
            <pc:docMk/>
            <pc:sldMk cId="4181403046" sldId="263"/>
            <ac:spMk id="11" creationId="{B16E7EC4-A1F4-D363-8D2E-6AAB8BE91DD5}"/>
          </ac:spMkLst>
        </pc:spChg>
        <pc:spChg chg="mod">
          <ac:chgData name="Rajarshi Biswas" userId="49c1c4b0ac7286e3" providerId="LiveId" clId="{34E8E390-18B4-45D0-AFBA-EF7918687F21}" dt="2025-12-24T10:14:09.564" v="202"/>
          <ac:spMkLst>
            <pc:docMk/>
            <pc:sldMk cId="4181403046" sldId="263"/>
            <ac:spMk id="12" creationId="{F8B31A01-AC0E-A254-B609-A24368198C06}"/>
          </ac:spMkLst>
        </pc:spChg>
        <pc:spChg chg="mod">
          <ac:chgData name="Rajarshi Biswas" userId="49c1c4b0ac7286e3" providerId="LiveId" clId="{34E8E390-18B4-45D0-AFBA-EF7918687F21}" dt="2025-12-24T10:14:09.564" v="202"/>
          <ac:spMkLst>
            <pc:docMk/>
            <pc:sldMk cId="4181403046" sldId="263"/>
            <ac:spMk id="13" creationId="{4477D710-3B38-0B98-38C9-56471BF2AFFA}"/>
          </ac:spMkLst>
        </pc:spChg>
        <pc:spChg chg="mod">
          <ac:chgData name="Rajarshi Biswas" userId="49c1c4b0ac7286e3" providerId="LiveId" clId="{34E8E390-18B4-45D0-AFBA-EF7918687F21}" dt="2025-12-24T10:14:09.564" v="202"/>
          <ac:spMkLst>
            <pc:docMk/>
            <pc:sldMk cId="4181403046" sldId="263"/>
            <ac:spMk id="15" creationId="{78D80A14-AF9B-BACB-8226-102A43FB7573}"/>
          </ac:spMkLst>
        </pc:spChg>
        <pc:spChg chg="mod">
          <ac:chgData name="Rajarshi Biswas" userId="49c1c4b0ac7286e3" providerId="LiveId" clId="{34E8E390-18B4-45D0-AFBA-EF7918687F21}" dt="2025-12-24T10:14:09.564" v="202"/>
          <ac:spMkLst>
            <pc:docMk/>
            <pc:sldMk cId="4181403046" sldId="263"/>
            <ac:spMk id="16" creationId="{39EFA2FC-92C5-A6E2-B854-9A65751E73F2}"/>
          </ac:spMkLst>
        </pc:spChg>
        <pc:spChg chg="mod">
          <ac:chgData name="Rajarshi Biswas" userId="49c1c4b0ac7286e3" providerId="LiveId" clId="{34E8E390-18B4-45D0-AFBA-EF7918687F21}" dt="2025-12-24T10:14:09.564" v="202"/>
          <ac:spMkLst>
            <pc:docMk/>
            <pc:sldMk cId="4181403046" sldId="263"/>
            <ac:spMk id="18" creationId="{E9ED9701-B47B-635E-7E9F-439A726CC294}"/>
          </ac:spMkLst>
        </pc:spChg>
        <pc:spChg chg="mod">
          <ac:chgData name="Rajarshi Biswas" userId="49c1c4b0ac7286e3" providerId="LiveId" clId="{34E8E390-18B4-45D0-AFBA-EF7918687F21}" dt="2025-12-24T10:14:09.564" v="202"/>
          <ac:spMkLst>
            <pc:docMk/>
            <pc:sldMk cId="4181403046" sldId="263"/>
            <ac:spMk id="19" creationId="{F6BAC0F3-A216-9ED2-7315-FB074258BF4D}"/>
          </ac:spMkLst>
        </pc:spChg>
        <pc:grpChg chg="mod">
          <ac:chgData name="Rajarshi Biswas" userId="49c1c4b0ac7286e3" providerId="LiveId" clId="{34E8E390-18B4-45D0-AFBA-EF7918687F21}" dt="2025-12-24T10:15:06.571" v="205" actId="14100"/>
          <ac:grpSpMkLst>
            <pc:docMk/>
            <pc:sldMk cId="4181403046" sldId="263"/>
            <ac:grpSpMk id="4" creationId="{E00CE264-4AB2-A53B-5FD0-856B273C4929}"/>
          </ac:grpSpMkLst>
        </pc:grpChg>
      </pc:sldChg>
      <pc:sldChg chg="addSp delSp modSp add mod ord">
        <pc:chgData name="Rajarshi Biswas" userId="49c1c4b0ac7286e3" providerId="LiveId" clId="{34E8E390-18B4-45D0-AFBA-EF7918687F21}" dt="2025-12-24T10:18:23.764" v="218" actId="22"/>
        <pc:sldMkLst>
          <pc:docMk/>
          <pc:sldMk cId="90650566" sldId="264"/>
        </pc:sldMkLst>
        <pc:spChg chg="mod">
          <ac:chgData name="Rajarshi Biswas" userId="49c1c4b0ac7286e3" providerId="LiveId" clId="{34E8E390-18B4-45D0-AFBA-EF7918687F21}" dt="2025-12-24T10:17:25.105" v="210"/>
          <ac:spMkLst>
            <pc:docMk/>
            <pc:sldMk cId="90650566" sldId="264"/>
            <ac:spMk id="2" creationId="{01212D4A-AB3E-5720-B7BB-39F0E44461A3}"/>
          </ac:spMkLst>
        </pc:spChg>
        <pc:spChg chg="mod">
          <ac:chgData name="Rajarshi Biswas" userId="49c1c4b0ac7286e3" providerId="LiveId" clId="{34E8E390-18B4-45D0-AFBA-EF7918687F21}" dt="2025-12-24T10:17:34.261" v="216" actId="27636"/>
          <ac:spMkLst>
            <pc:docMk/>
            <pc:sldMk cId="90650566" sldId="264"/>
            <ac:spMk id="3" creationId="{BB0F6ADD-405A-5DB1-11C2-CA51ACF57189}"/>
          </ac:spMkLst>
        </pc:spChg>
        <pc:spChg chg="add del">
          <ac:chgData name="Rajarshi Biswas" userId="49c1c4b0ac7286e3" providerId="LiveId" clId="{34E8E390-18B4-45D0-AFBA-EF7918687F21}" dt="2025-12-24T10:18:23.764" v="218" actId="22"/>
          <ac:spMkLst>
            <pc:docMk/>
            <pc:sldMk cId="90650566" sldId="264"/>
            <ac:spMk id="5" creationId="{15A9DD52-D0B9-47BA-3322-3632C3E223BA}"/>
          </ac:spMkLst>
        </pc:spChg>
      </pc:sldChg>
      <pc:sldChg chg="modSp add mod">
        <pc:chgData name="Rajarshi Biswas" userId="49c1c4b0ac7286e3" providerId="LiveId" clId="{34E8E390-18B4-45D0-AFBA-EF7918687F21}" dt="2025-12-24T10:19:52.029" v="227" actId="27636"/>
        <pc:sldMkLst>
          <pc:docMk/>
          <pc:sldMk cId="3348218983" sldId="265"/>
        </pc:sldMkLst>
        <pc:spChg chg="mod">
          <ac:chgData name="Rajarshi Biswas" userId="49c1c4b0ac7286e3" providerId="LiveId" clId="{34E8E390-18B4-45D0-AFBA-EF7918687F21}" dt="2025-12-24T10:19:25.161" v="220"/>
          <ac:spMkLst>
            <pc:docMk/>
            <pc:sldMk cId="3348218983" sldId="265"/>
            <ac:spMk id="2" creationId="{B9E73D8E-CAC8-A48D-8363-043E9133D66F}"/>
          </ac:spMkLst>
        </pc:spChg>
        <pc:spChg chg="mod">
          <ac:chgData name="Rajarshi Biswas" userId="49c1c4b0ac7286e3" providerId="LiveId" clId="{34E8E390-18B4-45D0-AFBA-EF7918687F21}" dt="2025-12-24T10:19:52.029" v="227" actId="27636"/>
          <ac:spMkLst>
            <pc:docMk/>
            <pc:sldMk cId="3348218983" sldId="265"/>
            <ac:spMk id="3" creationId="{9EBBE875-CFD5-F98E-C05D-A88E2E04BB58}"/>
          </ac:spMkLst>
        </pc:spChg>
      </pc:sldChg>
      <pc:sldChg chg="modSp add mod ord">
        <pc:chgData name="Rajarshi Biswas" userId="49c1c4b0ac7286e3" providerId="LiveId" clId="{34E8E390-18B4-45D0-AFBA-EF7918687F21}" dt="2025-12-24T10:22:05.983" v="279" actId="20577"/>
        <pc:sldMkLst>
          <pc:docMk/>
          <pc:sldMk cId="2413253359" sldId="266"/>
        </pc:sldMkLst>
        <pc:spChg chg="mod">
          <ac:chgData name="Rajarshi Biswas" userId="49c1c4b0ac7286e3" providerId="LiveId" clId="{34E8E390-18B4-45D0-AFBA-EF7918687F21}" dt="2025-12-24T10:22:05.983" v="279" actId="20577"/>
          <ac:spMkLst>
            <pc:docMk/>
            <pc:sldMk cId="2413253359" sldId="266"/>
            <ac:spMk id="2" creationId="{08886542-0F50-98ED-73F5-C9BB8CAE398F}"/>
          </ac:spMkLst>
        </pc:spChg>
        <pc:spChg chg="mod">
          <ac:chgData name="Rajarshi Biswas" userId="49c1c4b0ac7286e3" providerId="LiveId" clId="{34E8E390-18B4-45D0-AFBA-EF7918687F21}" dt="2025-12-24T10:21:05.254" v="236" actId="20577"/>
          <ac:spMkLst>
            <pc:docMk/>
            <pc:sldMk cId="2413253359" sldId="266"/>
            <ac:spMk id="3" creationId="{A22C2EA7-0110-A8F9-BA4A-1F5AF4E94E21}"/>
          </ac:spMkLst>
        </pc:spChg>
      </pc:sldChg>
      <pc:sldChg chg="modSp add mod">
        <pc:chgData name="Rajarshi Biswas" userId="49c1c4b0ac7286e3" providerId="LiveId" clId="{34E8E390-18B4-45D0-AFBA-EF7918687F21}" dt="2025-12-24T10:45:01.374" v="332" actId="5793"/>
        <pc:sldMkLst>
          <pc:docMk/>
          <pc:sldMk cId="363960562" sldId="267"/>
        </pc:sldMkLst>
        <pc:spChg chg="mod">
          <ac:chgData name="Rajarshi Biswas" userId="49c1c4b0ac7286e3" providerId="LiveId" clId="{34E8E390-18B4-45D0-AFBA-EF7918687F21}" dt="2025-12-24T10:23:05.474" v="282" actId="27636"/>
          <ac:spMkLst>
            <pc:docMk/>
            <pc:sldMk cId="363960562" sldId="267"/>
            <ac:spMk id="2" creationId="{B07D61CD-3967-DD8A-00D9-4F207C27C764}"/>
          </ac:spMkLst>
        </pc:spChg>
        <pc:spChg chg="mod">
          <ac:chgData name="Rajarshi Biswas" userId="49c1c4b0ac7286e3" providerId="LiveId" clId="{34E8E390-18B4-45D0-AFBA-EF7918687F21}" dt="2025-12-24T10:45:01.374" v="332" actId="5793"/>
          <ac:spMkLst>
            <pc:docMk/>
            <pc:sldMk cId="363960562" sldId="267"/>
            <ac:spMk id="3" creationId="{4A867E81-DE71-9A1D-3285-29BD8E6250D5}"/>
          </ac:spMkLst>
        </pc:spChg>
      </pc:sldChg>
      <pc:sldChg chg="addSp delSp modSp add mod">
        <pc:chgData name="Rajarshi Biswas" userId="49c1c4b0ac7286e3" providerId="LiveId" clId="{34E8E390-18B4-45D0-AFBA-EF7918687F21}" dt="2025-12-24T10:43:28.211" v="323" actId="20577"/>
        <pc:sldMkLst>
          <pc:docMk/>
          <pc:sldMk cId="418749552" sldId="268"/>
        </pc:sldMkLst>
        <pc:spChg chg="mod">
          <ac:chgData name="Rajarshi Biswas" userId="49c1c4b0ac7286e3" providerId="LiveId" clId="{34E8E390-18B4-45D0-AFBA-EF7918687F21}" dt="2025-12-24T10:43:28.211" v="323" actId="20577"/>
          <ac:spMkLst>
            <pc:docMk/>
            <pc:sldMk cId="418749552" sldId="268"/>
            <ac:spMk id="4" creationId="{4B26A3BE-2704-7E2B-4519-45FDDD4C3A8C}"/>
          </ac:spMkLst>
        </pc:spChg>
        <pc:picChg chg="del">
          <ac:chgData name="Rajarshi Biswas" userId="49c1c4b0ac7286e3" providerId="LiveId" clId="{34E8E390-18B4-45D0-AFBA-EF7918687F21}" dt="2025-12-24T10:42:04.371" v="288" actId="478"/>
          <ac:picMkLst>
            <pc:docMk/>
            <pc:sldMk cId="418749552" sldId="268"/>
            <ac:picMk id="5" creationId="{6018FCD3-A34B-553D-E3EC-A33B9F18E93A}"/>
          </ac:picMkLst>
        </pc:picChg>
        <pc:picChg chg="add mod">
          <ac:chgData name="Rajarshi Biswas" userId="49c1c4b0ac7286e3" providerId="LiveId" clId="{34E8E390-18B4-45D0-AFBA-EF7918687F21}" dt="2025-12-24T10:43:16.226" v="317" actId="1076"/>
          <ac:picMkLst>
            <pc:docMk/>
            <pc:sldMk cId="418749552" sldId="268"/>
            <ac:picMk id="6" creationId="{2ADD556A-81E6-4385-AA8E-6E6DD2A54470}"/>
          </ac:picMkLst>
        </pc:picChg>
        <pc:picChg chg="add del">
          <ac:chgData name="Rajarshi Biswas" userId="49c1c4b0ac7286e3" providerId="LiveId" clId="{34E8E390-18B4-45D0-AFBA-EF7918687F21}" dt="2025-12-24T10:42:04.371" v="288" actId="478"/>
          <ac:picMkLst>
            <pc:docMk/>
            <pc:sldMk cId="418749552" sldId="268"/>
            <ac:picMk id="2050" creationId="{EA960478-F79D-B43E-89F3-E5CC1B984F4A}"/>
          </ac:picMkLst>
        </pc:picChg>
      </pc:sldChg>
      <pc:sldChg chg="addSp modSp add mod">
        <pc:chgData name="Rajarshi Biswas" userId="49c1c4b0ac7286e3" providerId="LiveId" clId="{34E8E390-18B4-45D0-AFBA-EF7918687F21}" dt="2025-12-24T10:53:05.438" v="339" actId="1076"/>
        <pc:sldMkLst>
          <pc:docMk/>
          <pc:sldMk cId="3867763043" sldId="269"/>
        </pc:sldMkLst>
        <pc:spChg chg="mod">
          <ac:chgData name="Rajarshi Biswas" userId="49c1c4b0ac7286e3" providerId="LiveId" clId="{34E8E390-18B4-45D0-AFBA-EF7918687F21}" dt="2025-12-24T10:44:43.942" v="326"/>
          <ac:spMkLst>
            <pc:docMk/>
            <pc:sldMk cId="3867763043" sldId="269"/>
            <ac:spMk id="2" creationId="{9F697629-2F60-0BF7-A3C3-9C7040A660AC}"/>
          </ac:spMkLst>
        </pc:spChg>
        <pc:spChg chg="mod">
          <ac:chgData name="Rajarshi Biswas" userId="49c1c4b0ac7286e3" providerId="LiveId" clId="{34E8E390-18B4-45D0-AFBA-EF7918687F21}" dt="2025-12-24T10:45:07.482" v="334" actId="5793"/>
          <ac:spMkLst>
            <pc:docMk/>
            <pc:sldMk cId="3867763043" sldId="269"/>
            <ac:spMk id="3" creationId="{B5C5276B-BA16-23AD-9182-07CB9292A5E8}"/>
          </ac:spMkLst>
        </pc:spChg>
        <pc:picChg chg="add mod">
          <ac:chgData name="Rajarshi Biswas" userId="49c1c4b0ac7286e3" providerId="LiveId" clId="{34E8E390-18B4-45D0-AFBA-EF7918687F21}" dt="2025-12-24T10:53:05.438" v="339" actId="1076"/>
          <ac:picMkLst>
            <pc:docMk/>
            <pc:sldMk cId="3867763043" sldId="269"/>
            <ac:picMk id="4" creationId="{69299419-941D-8608-B960-0768758C59A4}"/>
          </ac:picMkLst>
        </pc:picChg>
      </pc:sldChg>
      <pc:sldChg chg="modSp add">
        <pc:chgData name="Rajarshi Biswas" userId="49c1c4b0ac7286e3" providerId="LiveId" clId="{34E8E390-18B4-45D0-AFBA-EF7918687F21}" dt="2025-12-24T10:44:29.439" v="325"/>
        <pc:sldMkLst>
          <pc:docMk/>
          <pc:sldMk cId="2566225850" sldId="270"/>
        </pc:sldMkLst>
        <pc:spChg chg="mod">
          <ac:chgData name="Rajarshi Biswas" userId="49c1c4b0ac7286e3" providerId="LiveId" clId="{34E8E390-18B4-45D0-AFBA-EF7918687F21}" dt="2025-12-24T10:44:29.439" v="325"/>
          <ac:spMkLst>
            <pc:docMk/>
            <pc:sldMk cId="2566225850" sldId="270"/>
            <ac:spMk id="2" creationId="{6F02E81C-1BA0-8200-E59E-DA741524427B}"/>
          </ac:spMkLst>
        </pc:spChg>
      </pc:sldChg>
      <pc:sldChg chg="addSp delSp modSp new mod">
        <pc:chgData name="Rajarshi Biswas" userId="49c1c4b0ac7286e3" providerId="LiveId" clId="{34E8E390-18B4-45D0-AFBA-EF7918687F21}" dt="2025-12-24T11:10:08.329" v="599" actId="113"/>
        <pc:sldMkLst>
          <pc:docMk/>
          <pc:sldMk cId="3606650219" sldId="271"/>
        </pc:sldMkLst>
        <pc:spChg chg="mod">
          <ac:chgData name="Rajarshi Biswas" userId="49c1c4b0ac7286e3" providerId="LiveId" clId="{34E8E390-18B4-45D0-AFBA-EF7918687F21}" dt="2025-12-24T10:54:20.384" v="341"/>
          <ac:spMkLst>
            <pc:docMk/>
            <pc:sldMk cId="3606650219" sldId="271"/>
            <ac:spMk id="2" creationId="{60DF0023-6C17-3262-8F2F-777D4B4AEFA3}"/>
          </ac:spMkLst>
        </pc:spChg>
        <pc:spChg chg="del">
          <ac:chgData name="Rajarshi Biswas" userId="49c1c4b0ac7286e3" providerId="LiveId" clId="{34E8E390-18B4-45D0-AFBA-EF7918687F21}" dt="2025-12-24T10:52:37.842" v="336" actId="22"/>
          <ac:spMkLst>
            <pc:docMk/>
            <pc:sldMk cId="3606650219" sldId="271"/>
            <ac:spMk id="3" creationId="{C344FB53-7C85-111F-FAF3-4973F8798F1F}"/>
          </ac:spMkLst>
        </pc:spChg>
        <pc:spChg chg="add mod">
          <ac:chgData name="Rajarshi Biswas" userId="49c1c4b0ac7286e3" providerId="LiveId" clId="{34E8E390-18B4-45D0-AFBA-EF7918687F21}" dt="2025-12-24T11:10:08.329" v="599" actId="113"/>
          <ac:spMkLst>
            <pc:docMk/>
            <pc:sldMk cId="3606650219" sldId="271"/>
            <ac:spMk id="7" creationId="{6F58B96A-6BDE-604E-3845-1DC78D8D5A52}"/>
          </ac:spMkLst>
        </pc:spChg>
        <pc:picChg chg="add del mod ord">
          <ac:chgData name="Rajarshi Biswas" userId="49c1c4b0ac7286e3" providerId="LiveId" clId="{34E8E390-18B4-45D0-AFBA-EF7918687F21}" dt="2025-12-24T10:53:11.020" v="340" actId="478"/>
          <ac:picMkLst>
            <pc:docMk/>
            <pc:sldMk cId="3606650219" sldId="271"/>
            <ac:picMk id="5" creationId="{1453AD71-CBE9-C1BD-AAD9-4CBF32279829}"/>
          </ac:picMkLst>
        </pc:picChg>
      </pc:sldChg>
      <pc:sldChg chg="addSp delSp modSp add mod">
        <pc:chgData name="Rajarshi Biswas" userId="49c1c4b0ac7286e3" providerId="LiveId" clId="{34E8E390-18B4-45D0-AFBA-EF7918687F21}" dt="2025-12-24T11:02:13.048" v="421" actId="14100"/>
        <pc:sldMkLst>
          <pc:docMk/>
          <pc:sldMk cId="3875069777" sldId="272"/>
        </pc:sldMkLst>
        <pc:spChg chg="add del">
          <ac:chgData name="Rajarshi Biswas" userId="49c1c4b0ac7286e3" providerId="LiveId" clId="{34E8E390-18B4-45D0-AFBA-EF7918687F21}" dt="2025-12-24T11:00:31.282" v="399" actId="22"/>
          <ac:spMkLst>
            <pc:docMk/>
            <pc:sldMk cId="3875069777" sldId="272"/>
            <ac:spMk id="5" creationId="{1F6FA0A3-72C9-EE69-36A4-1DCEB2715DB6}"/>
          </ac:spMkLst>
        </pc:spChg>
        <pc:spChg chg="del">
          <ac:chgData name="Rajarshi Biswas" userId="49c1c4b0ac7286e3" providerId="LiveId" clId="{34E8E390-18B4-45D0-AFBA-EF7918687F21}" dt="2025-12-24T11:00:43.655" v="400" actId="478"/>
          <ac:spMkLst>
            <pc:docMk/>
            <pc:sldMk cId="3875069777" sldId="272"/>
            <ac:spMk id="7" creationId="{E07FC871-AB0F-14FA-DF12-C1095EDC2577}"/>
          </ac:spMkLst>
        </pc:spChg>
        <pc:spChg chg="add del mod">
          <ac:chgData name="Rajarshi Biswas" userId="49c1c4b0ac7286e3" providerId="LiveId" clId="{34E8E390-18B4-45D0-AFBA-EF7918687F21}" dt="2025-12-24T11:00:46.051" v="401" actId="478"/>
          <ac:spMkLst>
            <pc:docMk/>
            <pc:sldMk cId="3875069777" sldId="272"/>
            <ac:spMk id="8" creationId="{689C516F-A7B1-7969-3F62-19FD8FD41237}"/>
          </ac:spMkLst>
        </pc:spChg>
        <pc:spChg chg="add mod">
          <ac:chgData name="Rajarshi Biswas" userId="49c1c4b0ac7286e3" providerId="LiveId" clId="{34E8E390-18B4-45D0-AFBA-EF7918687F21}" dt="2025-12-24T11:02:13.048" v="421" actId="14100"/>
          <ac:spMkLst>
            <pc:docMk/>
            <pc:sldMk cId="3875069777" sldId="272"/>
            <ac:spMk id="13" creationId="{EBF605D6-A7AE-8370-19A9-2AAF246D468F}"/>
          </ac:spMkLst>
        </pc:spChg>
        <pc:graphicFrameChg chg="add mod">
          <ac:chgData name="Rajarshi Biswas" userId="49c1c4b0ac7286e3" providerId="LiveId" clId="{34E8E390-18B4-45D0-AFBA-EF7918687F21}" dt="2025-12-24T10:59:55.690" v="396"/>
          <ac:graphicFrameMkLst>
            <pc:docMk/>
            <pc:sldMk cId="3875069777" sldId="272"/>
            <ac:graphicFrameMk id="3" creationId="{50701F44-7F48-03E3-F1A6-C3C8B34ECF9B}"/>
          </ac:graphicFrameMkLst>
        </pc:graphicFrameChg>
        <pc:graphicFrameChg chg="add mod">
          <ac:chgData name="Rajarshi Biswas" userId="49c1c4b0ac7286e3" providerId="LiveId" clId="{34E8E390-18B4-45D0-AFBA-EF7918687F21}" dt="2025-12-24T11:01:14.491" v="410" actId="1076"/>
          <ac:graphicFrameMkLst>
            <pc:docMk/>
            <pc:sldMk cId="3875069777" sldId="272"/>
            <ac:graphicFrameMk id="9" creationId="{BE3B239D-11D1-3E8F-E642-E3EE521BD815}"/>
          </ac:graphicFrameMkLst>
        </pc:graphicFrameChg>
        <pc:graphicFrameChg chg="add mod">
          <ac:chgData name="Rajarshi Biswas" userId="49c1c4b0ac7286e3" providerId="LiveId" clId="{34E8E390-18B4-45D0-AFBA-EF7918687F21}" dt="2025-12-24T11:01:38.168" v="414" actId="1076"/>
          <ac:graphicFrameMkLst>
            <pc:docMk/>
            <pc:sldMk cId="3875069777" sldId="272"/>
            <ac:graphicFrameMk id="10" creationId="{9263E9AD-5C32-E182-132D-B0F655EC9F97}"/>
          </ac:graphicFrameMkLst>
        </pc:graphicFrameChg>
        <pc:picChg chg="add mod">
          <ac:chgData name="Rajarshi Biswas" userId="49c1c4b0ac7286e3" providerId="LiveId" clId="{34E8E390-18B4-45D0-AFBA-EF7918687F21}" dt="2025-12-24T11:01:45.423" v="417" actId="1076"/>
          <ac:picMkLst>
            <pc:docMk/>
            <pc:sldMk cId="3875069777" sldId="272"/>
            <ac:picMk id="11" creationId="{2BF3BC8D-6040-1824-F2BD-FA3E466B6B19}"/>
          </ac:picMkLst>
        </pc:picChg>
        <pc:picChg chg="add mod">
          <ac:chgData name="Rajarshi Biswas" userId="49c1c4b0ac7286e3" providerId="LiveId" clId="{34E8E390-18B4-45D0-AFBA-EF7918687F21}" dt="2025-12-24T11:00:28.245" v="397"/>
          <ac:picMkLst>
            <pc:docMk/>
            <pc:sldMk cId="3875069777" sldId="272"/>
            <ac:picMk id="3073" creationId="{6F85E1DA-4EF1-9B8A-CCD8-2475249ACD47}"/>
          </ac:picMkLst>
        </pc:picChg>
        <pc:picChg chg="add mod">
          <ac:chgData name="Rajarshi Biswas" userId="49c1c4b0ac7286e3" providerId="LiveId" clId="{34E8E390-18B4-45D0-AFBA-EF7918687F21}" dt="2025-12-24T11:00:28.245" v="397"/>
          <ac:picMkLst>
            <pc:docMk/>
            <pc:sldMk cId="3875069777" sldId="272"/>
            <ac:picMk id="3074" creationId="{7BC9DF7F-F408-FC49-4A2C-6DB281D9F163}"/>
          </ac:picMkLst>
        </pc:picChg>
        <pc:picChg chg="add mod">
          <ac:chgData name="Rajarshi Biswas" userId="49c1c4b0ac7286e3" providerId="LiveId" clId="{34E8E390-18B4-45D0-AFBA-EF7918687F21}" dt="2025-12-24T11:00:28.245" v="397"/>
          <ac:picMkLst>
            <pc:docMk/>
            <pc:sldMk cId="3875069777" sldId="272"/>
            <ac:picMk id="3075" creationId="{17C865BB-3AA4-F8D1-5C0B-FC2DE7EC537F}"/>
          </ac:picMkLst>
        </pc:picChg>
        <pc:picChg chg="add mod">
          <ac:chgData name="Rajarshi Biswas" userId="49c1c4b0ac7286e3" providerId="LiveId" clId="{34E8E390-18B4-45D0-AFBA-EF7918687F21}" dt="2025-12-24T11:00:28.245" v="397"/>
          <ac:picMkLst>
            <pc:docMk/>
            <pc:sldMk cId="3875069777" sldId="272"/>
            <ac:picMk id="3076" creationId="{D2CEEBDE-4E95-0D80-AE99-E0EB18C1A48A}"/>
          </ac:picMkLst>
        </pc:picChg>
        <pc:picChg chg="add mod">
          <ac:chgData name="Rajarshi Biswas" userId="49c1c4b0ac7286e3" providerId="LiveId" clId="{34E8E390-18B4-45D0-AFBA-EF7918687F21}" dt="2025-12-24T11:00:28.245" v="397"/>
          <ac:picMkLst>
            <pc:docMk/>
            <pc:sldMk cId="3875069777" sldId="272"/>
            <ac:picMk id="3077" creationId="{C6DDB507-2C86-CDCE-7432-A757F560EB54}"/>
          </ac:picMkLst>
        </pc:picChg>
        <pc:picChg chg="add mod">
          <ac:chgData name="Rajarshi Biswas" userId="49c1c4b0ac7286e3" providerId="LiveId" clId="{34E8E390-18B4-45D0-AFBA-EF7918687F21}" dt="2025-12-24T11:01:14.904" v="411"/>
          <ac:picMkLst>
            <pc:docMk/>
            <pc:sldMk cId="3875069777" sldId="272"/>
            <ac:picMk id="3078" creationId="{9DD38ECC-B66F-0CED-577E-AA33ABDA559A}"/>
          </ac:picMkLst>
        </pc:picChg>
        <pc:picChg chg="add mod">
          <ac:chgData name="Rajarshi Biswas" userId="49c1c4b0ac7286e3" providerId="LiveId" clId="{34E8E390-18B4-45D0-AFBA-EF7918687F21}" dt="2025-12-24T11:01:14.904" v="411"/>
          <ac:picMkLst>
            <pc:docMk/>
            <pc:sldMk cId="3875069777" sldId="272"/>
            <ac:picMk id="3079" creationId="{81FB2F3C-7B73-D24C-45E2-2E59F567FF29}"/>
          </ac:picMkLst>
        </pc:picChg>
        <pc:picChg chg="add mod">
          <ac:chgData name="Rajarshi Biswas" userId="49c1c4b0ac7286e3" providerId="LiveId" clId="{34E8E390-18B4-45D0-AFBA-EF7918687F21}" dt="2025-12-24T11:01:14.904" v="411"/>
          <ac:picMkLst>
            <pc:docMk/>
            <pc:sldMk cId="3875069777" sldId="272"/>
            <ac:picMk id="3080" creationId="{A1CB2F3E-3988-A271-BC23-6FDB1F61C312}"/>
          </ac:picMkLst>
        </pc:picChg>
        <pc:picChg chg="add mod">
          <ac:chgData name="Rajarshi Biswas" userId="49c1c4b0ac7286e3" providerId="LiveId" clId="{34E8E390-18B4-45D0-AFBA-EF7918687F21}" dt="2025-12-24T11:01:14.904" v="411"/>
          <ac:picMkLst>
            <pc:docMk/>
            <pc:sldMk cId="3875069777" sldId="272"/>
            <ac:picMk id="3081" creationId="{8D26B4D9-4FEC-0962-80B2-FFF3A459B27B}"/>
          </ac:picMkLst>
        </pc:picChg>
        <pc:picChg chg="add mod">
          <ac:chgData name="Rajarshi Biswas" userId="49c1c4b0ac7286e3" providerId="LiveId" clId="{34E8E390-18B4-45D0-AFBA-EF7918687F21}" dt="2025-12-24T11:01:14.904" v="411"/>
          <ac:picMkLst>
            <pc:docMk/>
            <pc:sldMk cId="3875069777" sldId="272"/>
            <ac:picMk id="3082" creationId="{7591A914-9004-89E3-C8E9-858281411486}"/>
          </ac:picMkLst>
        </pc:picChg>
      </pc:sldChg>
      <pc:sldChg chg="modSp add mod">
        <pc:chgData name="Rajarshi Biswas" userId="49c1c4b0ac7286e3" providerId="LiveId" clId="{34E8E390-18B4-45D0-AFBA-EF7918687F21}" dt="2025-12-24T11:10:00.858" v="597" actId="113"/>
        <pc:sldMkLst>
          <pc:docMk/>
          <pc:sldMk cId="566927884" sldId="273"/>
        </pc:sldMkLst>
        <pc:spChg chg="mod">
          <ac:chgData name="Rajarshi Biswas" userId="49c1c4b0ac7286e3" providerId="LiveId" clId="{34E8E390-18B4-45D0-AFBA-EF7918687F21}" dt="2025-12-24T11:02:48.050" v="423"/>
          <ac:spMkLst>
            <pc:docMk/>
            <pc:sldMk cId="566927884" sldId="273"/>
            <ac:spMk id="2" creationId="{9E2FFD41-3679-B210-2FC4-3B864B73907B}"/>
          </ac:spMkLst>
        </pc:spChg>
        <pc:spChg chg="mod">
          <ac:chgData name="Rajarshi Biswas" userId="49c1c4b0ac7286e3" providerId="LiveId" clId="{34E8E390-18B4-45D0-AFBA-EF7918687F21}" dt="2025-12-24T11:10:00.858" v="597" actId="113"/>
          <ac:spMkLst>
            <pc:docMk/>
            <pc:sldMk cId="566927884" sldId="273"/>
            <ac:spMk id="7" creationId="{C86EBFFA-D360-C010-1469-E1C509A99105}"/>
          </ac:spMkLst>
        </pc:spChg>
      </pc:sldChg>
      <pc:sldChg chg="modSp add mod">
        <pc:chgData name="Rajarshi Biswas" userId="49c1c4b0ac7286e3" providerId="LiveId" clId="{34E8E390-18B4-45D0-AFBA-EF7918687F21}" dt="2025-12-24T11:09:56.707" v="595" actId="113"/>
        <pc:sldMkLst>
          <pc:docMk/>
          <pc:sldMk cId="1456674769" sldId="274"/>
        </pc:sldMkLst>
        <pc:spChg chg="mod">
          <ac:chgData name="Rajarshi Biswas" userId="49c1c4b0ac7286e3" providerId="LiveId" clId="{34E8E390-18B4-45D0-AFBA-EF7918687F21}" dt="2025-12-24T11:09:56.707" v="595" actId="113"/>
          <ac:spMkLst>
            <pc:docMk/>
            <pc:sldMk cId="1456674769" sldId="274"/>
            <ac:spMk id="7" creationId="{BA0CCDD8-06C5-023A-E870-74918EA621A3}"/>
          </ac:spMkLst>
        </pc:spChg>
      </pc:sldChg>
      <pc:sldChg chg="modSp add mod">
        <pc:chgData name="Rajarshi Biswas" userId="49c1c4b0ac7286e3" providerId="LiveId" clId="{34E8E390-18B4-45D0-AFBA-EF7918687F21}" dt="2025-12-24T11:09:51.020" v="592" actId="113"/>
        <pc:sldMkLst>
          <pc:docMk/>
          <pc:sldMk cId="2781137831" sldId="275"/>
        </pc:sldMkLst>
        <pc:spChg chg="mod">
          <ac:chgData name="Rajarshi Biswas" userId="49c1c4b0ac7286e3" providerId="LiveId" clId="{34E8E390-18B4-45D0-AFBA-EF7918687F21}" dt="2025-12-24T11:06:26.856" v="499"/>
          <ac:spMkLst>
            <pc:docMk/>
            <pc:sldMk cId="2781137831" sldId="275"/>
            <ac:spMk id="2" creationId="{7A9B85CF-29A0-CD96-39BD-31E953311277}"/>
          </ac:spMkLst>
        </pc:spChg>
        <pc:spChg chg="mod">
          <ac:chgData name="Rajarshi Biswas" userId="49c1c4b0ac7286e3" providerId="LiveId" clId="{34E8E390-18B4-45D0-AFBA-EF7918687F21}" dt="2025-12-24T11:09:51.020" v="592" actId="113"/>
          <ac:spMkLst>
            <pc:docMk/>
            <pc:sldMk cId="2781137831" sldId="275"/>
            <ac:spMk id="7" creationId="{8A4F93BD-E322-804D-E7CD-1FC6BE528AEC}"/>
          </ac:spMkLst>
        </pc:spChg>
      </pc:sldChg>
      <pc:sldChg chg="modSp add mod">
        <pc:chgData name="Rajarshi Biswas" userId="49c1c4b0ac7286e3" providerId="LiveId" clId="{34E8E390-18B4-45D0-AFBA-EF7918687F21}" dt="2025-12-24T11:09:46.705" v="590" actId="113"/>
        <pc:sldMkLst>
          <pc:docMk/>
          <pc:sldMk cId="846416059" sldId="276"/>
        </pc:sldMkLst>
        <pc:spChg chg="mod">
          <ac:chgData name="Rajarshi Biswas" userId="49c1c4b0ac7286e3" providerId="LiveId" clId="{34E8E390-18B4-45D0-AFBA-EF7918687F21}" dt="2025-12-24T11:09:10.895" v="572"/>
          <ac:spMkLst>
            <pc:docMk/>
            <pc:sldMk cId="846416059" sldId="276"/>
            <ac:spMk id="2" creationId="{EA150443-9795-A080-7B59-BC5BC6676D42}"/>
          </ac:spMkLst>
        </pc:spChg>
        <pc:spChg chg="mod">
          <ac:chgData name="Rajarshi Biswas" userId="49c1c4b0ac7286e3" providerId="LiveId" clId="{34E8E390-18B4-45D0-AFBA-EF7918687F21}" dt="2025-12-24T11:09:46.705" v="590" actId="113"/>
          <ac:spMkLst>
            <pc:docMk/>
            <pc:sldMk cId="846416059" sldId="276"/>
            <ac:spMk id="7" creationId="{1E807583-1C9A-4732-0A83-CD5B0D17855E}"/>
          </ac:spMkLst>
        </pc:spChg>
      </pc:sldChg>
      <pc:sldChg chg="modSp add mod">
        <pc:chgData name="Rajarshi Biswas" userId="49c1c4b0ac7286e3" providerId="LiveId" clId="{34E8E390-18B4-45D0-AFBA-EF7918687F21}" dt="2025-12-24T11:12:33.832" v="654" actId="113"/>
        <pc:sldMkLst>
          <pc:docMk/>
          <pc:sldMk cId="4151745746" sldId="277"/>
        </pc:sldMkLst>
        <pc:spChg chg="mod">
          <ac:chgData name="Rajarshi Biswas" userId="49c1c4b0ac7286e3" providerId="LiveId" clId="{34E8E390-18B4-45D0-AFBA-EF7918687F21}" dt="2025-12-24T11:12:33.832" v="654" actId="113"/>
          <ac:spMkLst>
            <pc:docMk/>
            <pc:sldMk cId="4151745746" sldId="277"/>
            <ac:spMk id="2" creationId="{A3CD5726-B4BF-46FC-D586-7C4EC0554C37}"/>
          </ac:spMkLst>
        </pc:spChg>
      </pc:sldChg>
      <pc:sldChg chg="modSp add mod">
        <pc:chgData name="Rajarshi Biswas" userId="49c1c4b0ac7286e3" providerId="LiveId" clId="{34E8E390-18B4-45D0-AFBA-EF7918687F21}" dt="2025-12-24T11:12:10.442" v="652" actId="6549"/>
        <pc:sldMkLst>
          <pc:docMk/>
          <pc:sldMk cId="4088918591" sldId="278"/>
        </pc:sldMkLst>
        <pc:spChg chg="mod">
          <ac:chgData name="Rajarshi Biswas" userId="49c1c4b0ac7286e3" providerId="LiveId" clId="{34E8E390-18B4-45D0-AFBA-EF7918687F21}" dt="2025-12-24T11:11:32.389" v="620"/>
          <ac:spMkLst>
            <pc:docMk/>
            <pc:sldMk cId="4088918591" sldId="278"/>
            <ac:spMk id="2" creationId="{A530532E-C91D-8D6B-A9B4-013DB9340A90}"/>
          </ac:spMkLst>
        </pc:spChg>
        <pc:spChg chg="mod">
          <ac:chgData name="Rajarshi Biswas" userId="49c1c4b0ac7286e3" providerId="LiveId" clId="{34E8E390-18B4-45D0-AFBA-EF7918687F21}" dt="2025-12-24T11:12:10.442" v="652" actId="6549"/>
          <ac:spMkLst>
            <pc:docMk/>
            <pc:sldMk cId="4088918591" sldId="278"/>
            <ac:spMk id="7" creationId="{00253EB2-F4E2-3AB6-6DF0-1B15F896ACE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rajarshi-biswas-rb27" TargetMode="External"/><Relationship Id="rId2" Type="http://schemas.openxmlformats.org/officeDocument/2006/relationships/hyperlink" Target="https://github.com/Raydir27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6ABCF-45AA-2BCD-1F33-7DA77A4BF9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Portfolio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4B6A2E-4AFD-7B4A-7BE6-B6EC60D1C4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RAJARSHI BISWAS</a:t>
            </a:r>
          </a:p>
          <a:p>
            <a:pPr fontAlgn="base"/>
            <a:r>
              <a:rPr lang="en-GB" sz="2000" dirty="0">
                <a:hlinkClick r:id="rId2"/>
              </a:rPr>
              <a:t>https://github.com/Raydir27</a:t>
            </a:r>
            <a:r>
              <a:rPr lang="en-GB" sz="2000" dirty="0"/>
              <a:t> | </a:t>
            </a:r>
            <a:r>
              <a:rPr lang="en-IN" dirty="0">
                <a:hlinkClick r:id="rId3"/>
              </a:rPr>
              <a:t>www.linkedin.com/in/rajarshi-biswas-rb27</a:t>
            </a:r>
            <a:endParaRPr lang="en-IN" dirty="0"/>
          </a:p>
          <a:p>
            <a:pPr fontAlgn="base"/>
            <a:endParaRPr lang="en-IN" dirty="0"/>
          </a:p>
          <a:p>
            <a:br>
              <a:rPr lang="en-IN" sz="2000" dirty="0"/>
            </a:b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46519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D09F0-9EB9-33E0-1337-CFAEA3AFB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 of Projects/Internships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687F3-2C2A-B350-D012-B9E55481A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Internships:</a:t>
            </a:r>
          </a:p>
          <a:p>
            <a:r>
              <a:rPr lang="en-US" b="1" dirty="0"/>
              <a:t>Corporate IT Intern — Larsen &amp; Toubro (L&amp;T)</a:t>
            </a:r>
          </a:p>
          <a:p>
            <a:r>
              <a:rPr lang="en-US" b="1" dirty="0"/>
              <a:t>ELC Summer Intern — Thapar Institute of Engineering &amp; Technology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Academic / Major Projects:</a:t>
            </a:r>
            <a:endParaRPr lang="en-IN" dirty="0"/>
          </a:p>
          <a:p>
            <a:r>
              <a:rPr lang="en-IN" b="1" dirty="0" err="1"/>
              <a:t>VisAd</a:t>
            </a:r>
            <a:r>
              <a:rPr lang="en-IN" b="1" dirty="0"/>
              <a:t> — Real-Time Vision-Driven Advertisement System (Ongoing)</a:t>
            </a:r>
            <a:endParaRPr lang="en-IN" dirty="0"/>
          </a:p>
          <a:p>
            <a:r>
              <a:rPr lang="en-IN" b="1" dirty="0"/>
              <a:t>Remote Sensing Image Captioning using BLIP (RSICD Dataset)</a:t>
            </a:r>
            <a:endParaRPr lang="en-IN" dirty="0"/>
          </a:p>
          <a:p>
            <a:r>
              <a:rPr lang="en-IN" b="1" dirty="0"/>
              <a:t>Rock–Paper–Scissors with NVIDIA </a:t>
            </a:r>
            <a:r>
              <a:rPr lang="en-IN" b="1" dirty="0" err="1"/>
              <a:t>JetBot</a:t>
            </a:r>
            <a:r>
              <a:rPr lang="en-IN" b="1" dirty="0"/>
              <a:t> (Edge AI)</a:t>
            </a:r>
            <a:endParaRPr lang="en-IN" dirty="0"/>
          </a:p>
          <a:p>
            <a:r>
              <a:rPr lang="en-IN" b="1" dirty="0"/>
              <a:t>Mini-RAG: Lightweight Retrieval-Augmented Generation System</a:t>
            </a:r>
            <a:endParaRPr lang="en-IN" dirty="0"/>
          </a:p>
          <a:p>
            <a:r>
              <a:rPr lang="en-IN" b="1" dirty="0"/>
              <a:t>Sentiment Analysis for Movie Reviews</a:t>
            </a:r>
            <a:endParaRPr lang="en-IN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5273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A4608-833C-2936-925B-FDB071A23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79130-C140-D3E2-52C5-A851A369FA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6000" dirty="0"/>
              <a:t>INTERNSHIPS</a:t>
            </a:r>
          </a:p>
        </p:txBody>
      </p:sp>
    </p:spTree>
    <p:extLst>
      <p:ext uri="{BB962C8B-B14F-4D97-AF65-F5344CB8AC3E}">
        <p14:creationId xmlns:p14="http://schemas.microsoft.com/office/powerpoint/2010/main" val="3149649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20A13-D270-26C7-E6FA-32627BF04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F72E4-0A76-2AC8-27A9-BC10D039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CORPORATE IT INTERN | LARSEN &amp; TOUBRO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70F6A-4025-92C3-EAA1-EEB316FFE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Role Overview</a:t>
            </a:r>
            <a:endParaRPr lang="en-US" dirty="0"/>
          </a:p>
          <a:p>
            <a:r>
              <a:rPr lang="en-US" dirty="0"/>
              <a:t>Corporate IT Intern, Larsen &amp; Toubro</a:t>
            </a:r>
          </a:p>
          <a:p>
            <a:r>
              <a:rPr lang="en-US" dirty="0"/>
              <a:t>Duration: June 2025 – August 2025</a:t>
            </a:r>
          </a:p>
          <a:p>
            <a:r>
              <a:rPr lang="en-US" dirty="0"/>
              <a:t>Domain: Construction Site Safety Automation</a:t>
            </a:r>
          </a:p>
          <a:p>
            <a:r>
              <a:rPr lang="en-US" b="1" dirty="0"/>
              <a:t>Problem Statement</a:t>
            </a:r>
            <a:endParaRPr lang="en-US" dirty="0"/>
          </a:p>
          <a:p>
            <a:r>
              <a:rPr lang="en-US" dirty="0"/>
              <a:t>Manual safety monitoring from CCTV is error-prone and non-scalable</a:t>
            </a:r>
          </a:p>
          <a:p>
            <a:r>
              <a:rPr lang="en-US" dirty="0"/>
              <a:t>Need for automated detection of unsafe events in real time</a:t>
            </a:r>
          </a:p>
        </p:txBody>
      </p:sp>
    </p:spTree>
    <p:extLst>
      <p:ext uri="{BB962C8B-B14F-4D97-AF65-F5344CB8AC3E}">
        <p14:creationId xmlns:p14="http://schemas.microsoft.com/office/powerpoint/2010/main" val="2469273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C517A-1DE7-FF90-6541-6EF65E2BF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D7BD6-DE0B-C0AB-0FBE-112C53B7C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L&amp;T: 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E766C-9F40-A468-EF71-401793EFE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End-to-End Pipeline:</a:t>
            </a:r>
            <a:endParaRPr lang="en-IN" dirty="0"/>
          </a:p>
          <a:p>
            <a:r>
              <a:rPr lang="en-IN" dirty="0"/>
              <a:t>CCTV streams ingested via RTSP</a:t>
            </a:r>
          </a:p>
          <a:p>
            <a:r>
              <a:rPr lang="en-IN" dirty="0"/>
              <a:t>YOLOv11 for real-time object detection</a:t>
            </a:r>
          </a:p>
          <a:p>
            <a:r>
              <a:rPr lang="en-IN" dirty="0"/>
              <a:t>Vision Transformers for contextual understanding</a:t>
            </a:r>
          </a:p>
          <a:p>
            <a:r>
              <a:rPr lang="en-IN" dirty="0" err="1"/>
              <a:t>LLaVA</a:t>
            </a:r>
            <a:r>
              <a:rPr lang="en-IN" dirty="0"/>
              <a:t> for vision–language reasoning</a:t>
            </a:r>
          </a:p>
          <a:p>
            <a:r>
              <a:rPr lang="en-IN" dirty="0"/>
              <a:t>Rule engine for safety violation classification</a:t>
            </a:r>
          </a:p>
          <a:p>
            <a:r>
              <a:rPr lang="en-IN" dirty="0"/>
              <a:t>API outputs for alerts and monitoring systems</a:t>
            </a:r>
          </a:p>
        </p:txBody>
      </p:sp>
    </p:spTree>
    <p:extLst>
      <p:ext uri="{BB962C8B-B14F-4D97-AF65-F5344CB8AC3E}">
        <p14:creationId xmlns:p14="http://schemas.microsoft.com/office/powerpoint/2010/main" val="969780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26457-7B91-B8B0-06C8-ED3495A02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L&amp;T: SYSTEM ARCHITECTURE</a:t>
            </a: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00CE264-4AB2-A53B-5FD0-856B273C4929}"/>
              </a:ext>
            </a:extLst>
          </p:cNvPr>
          <p:cNvGrpSpPr/>
          <p:nvPr/>
        </p:nvGrpSpPr>
        <p:grpSpPr>
          <a:xfrm>
            <a:off x="1371600" y="1563329"/>
            <a:ext cx="9601199" cy="4714714"/>
            <a:chOff x="1272901" y="1389742"/>
            <a:chExt cx="7510723" cy="490584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1206E83-05BC-16A3-5563-1B39FCFA7B4D}"/>
                </a:ext>
              </a:extLst>
            </p:cNvPr>
            <p:cNvSpPr/>
            <p:nvPr/>
          </p:nvSpPr>
          <p:spPr>
            <a:xfrm>
              <a:off x="3441830" y="1995241"/>
              <a:ext cx="468667" cy="91440"/>
            </a:xfrm>
            <a:custGeom>
              <a:avLst/>
              <a:gdLst>
                <a:gd name="connsiteX0" fmla="*/ 0 w 468667"/>
                <a:gd name="connsiteY0" fmla="*/ 45720 h 91440"/>
                <a:gd name="connsiteX1" fmla="*/ 468667 w 468667"/>
                <a:gd name="connsiteY1" fmla="*/ 45720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8667" h="91440">
                  <a:moveTo>
                    <a:pt x="0" y="45720"/>
                  </a:moveTo>
                  <a:lnTo>
                    <a:pt x="468667" y="45720"/>
                  </a:ln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dk2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34552" tIns="43223" rIns="234552" bIns="43225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800" kern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12624B0-B8AE-3AFF-E43C-15175558D0A7}"/>
                </a:ext>
              </a:extLst>
            </p:cNvPr>
            <p:cNvSpPr/>
            <p:nvPr/>
          </p:nvSpPr>
          <p:spPr>
            <a:xfrm>
              <a:off x="1272901" y="1389742"/>
              <a:ext cx="2170729" cy="1302437"/>
            </a:xfrm>
            <a:prstGeom prst="roundRect">
              <a:avLst/>
            </a:prstGeom>
            <a:effectLst>
              <a:softEdge rad="0"/>
            </a:effectLst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368" tIns="111651" rIns="106368" bIns="111651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800" b="0" i="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Input: 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RTSP Stream</a:t>
              </a:r>
              <a:endParaRPr lang="en-US" sz="18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BDFE41E-A8CC-367C-7592-4258E293AADC}"/>
                </a:ext>
              </a:extLst>
            </p:cNvPr>
            <p:cNvSpPr/>
            <p:nvPr/>
          </p:nvSpPr>
          <p:spPr>
            <a:xfrm>
              <a:off x="6111827" y="1995241"/>
              <a:ext cx="468667" cy="91440"/>
            </a:xfrm>
            <a:custGeom>
              <a:avLst/>
              <a:gdLst>
                <a:gd name="connsiteX0" fmla="*/ 0 w 468667"/>
                <a:gd name="connsiteY0" fmla="*/ 45720 h 91440"/>
                <a:gd name="connsiteX1" fmla="*/ 468667 w 468667"/>
                <a:gd name="connsiteY1" fmla="*/ 45720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8667" h="91440">
                  <a:moveTo>
                    <a:pt x="0" y="45720"/>
                  </a:moveTo>
                  <a:lnTo>
                    <a:pt x="468667" y="45720"/>
                  </a:ln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dk2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34552" tIns="43223" rIns="234552" bIns="43225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800" kern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9CE1EE2-4EDC-32E9-9A0D-B70E60E39B66}"/>
                </a:ext>
              </a:extLst>
            </p:cNvPr>
            <p:cNvSpPr/>
            <p:nvPr/>
          </p:nvSpPr>
          <p:spPr>
            <a:xfrm>
              <a:off x="3942898" y="1389742"/>
              <a:ext cx="2170729" cy="1302437"/>
            </a:xfrm>
            <a:prstGeom prst="roundRect">
              <a:avLst/>
            </a:prstGeom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368" tIns="111651" rIns="106368" bIns="111651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800" b="0" i="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Sample frames @2fps</a:t>
              </a:r>
              <a:endParaRPr lang="en-US" sz="18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7EFC278-DFDD-F075-04A2-D09B07506785}"/>
                </a:ext>
              </a:extLst>
            </p:cNvPr>
            <p:cNvSpPr/>
            <p:nvPr/>
          </p:nvSpPr>
          <p:spPr>
            <a:xfrm>
              <a:off x="2358266" y="2690380"/>
              <a:ext cx="5339993" cy="468667"/>
            </a:xfrm>
            <a:custGeom>
              <a:avLst/>
              <a:gdLst>
                <a:gd name="connsiteX0" fmla="*/ 5339993 w 5339993"/>
                <a:gd name="connsiteY0" fmla="*/ 0 h 468667"/>
                <a:gd name="connsiteX1" fmla="*/ 5339993 w 5339993"/>
                <a:gd name="connsiteY1" fmla="*/ 251433 h 468667"/>
                <a:gd name="connsiteX2" fmla="*/ 0 w 5339993"/>
                <a:gd name="connsiteY2" fmla="*/ 251433 h 468667"/>
                <a:gd name="connsiteX3" fmla="*/ 0 w 5339993"/>
                <a:gd name="connsiteY3" fmla="*/ 468667 h 4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39993" h="468667">
                  <a:moveTo>
                    <a:pt x="5339993" y="0"/>
                  </a:moveTo>
                  <a:lnTo>
                    <a:pt x="5339993" y="251433"/>
                  </a:lnTo>
                  <a:lnTo>
                    <a:pt x="0" y="251433"/>
                  </a:lnTo>
                  <a:lnTo>
                    <a:pt x="0" y="468667"/>
                  </a:ln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dk2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8614" tIns="231837" rIns="2548615" bIns="231838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800" kern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497C424-310C-6C49-8657-437CF778E988}"/>
                </a:ext>
              </a:extLst>
            </p:cNvPr>
            <p:cNvSpPr/>
            <p:nvPr/>
          </p:nvSpPr>
          <p:spPr>
            <a:xfrm>
              <a:off x="6612895" y="1389742"/>
              <a:ext cx="2170729" cy="1302437"/>
            </a:xfrm>
            <a:prstGeom prst="roundRect">
              <a:avLst/>
            </a:prstGeom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368" tIns="111651" rIns="106368" bIns="111651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800" b="0" i="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Apply basic Object Detection using YOLO</a:t>
              </a:r>
              <a:endParaRPr lang="en-US" sz="18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16E7EC4-A1F4-D363-8D2E-6AAB8BE91DD5}"/>
                </a:ext>
              </a:extLst>
            </p:cNvPr>
            <p:cNvSpPr/>
            <p:nvPr/>
          </p:nvSpPr>
          <p:spPr>
            <a:xfrm>
              <a:off x="3441830" y="3796946"/>
              <a:ext cx="468667" cy="91440"/>
            </a:xfrm>
            <a:custGeom>
              <a:avLst/>
              <a:gdLst>
                <a:gd name="connsiteX0" fmla="*/ 0 w 468667"/>
                <a:gd name="connsiteY0" fmla="*/ 45720 h 91440"/>
                <a:gd name="connsiteX1" fmla="*/ 468667 w 468667"/>
                <a:gd name="connsiteY1" fmla="*/ 45720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8667" h="91440">
                  <a:moveTo>
                    <a:pt x="0" y="45720"/>
                  </a:moveTo>
                  <a:lnTo>
                    <a:pt x="468667" y="45720"/>
                  </a:ln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dk2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34552" tIns="43224" rIns="234552" bIns="43224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800" kern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8B31A01-AC0E-A254-B609-A24368198C06}"/>
                </a:ext>
              </a:extLst>
            </p:cNvPr>
            <p:cNvSpPr/>
            <p:nvPr/>
          </p:nvSpPr>
          <p:spPr>
            <a:xfrm>
              <a:off x="1272901" y="3191447"/>
              <a:ext cx="2170729" cy="1302437"/>
            </a:xfrm>
            <a:prstGeom prst="roundRect">
              <a:avLst/>
            </a:prstGeom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368" tIns="111651" rIns="106368" bIns="111651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Apply Rules Engine on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18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etected Workers and Machines  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477D710-3B38-0B98-38C9-56471BF2AFFA}"/>
                </a:ext>
              </a:extLst>
            </p:cNvPr>
            <p:cNvSpPr/>
            <p:nvPr/>
          </p:nvSpPr>
          <p:spPr>
            <a:xfrm>
              <a:off x="6111827" y="3796946"/>
              <a:ext cx="468667" cy="91440"/>
            </a:xfrm>
            <a:custGeom>
              <a:avLst/>
              <a:gdLst>
                <a:gd name="connsiteX0" fmla="*/ 0 w 468667"/>
                <a:gd name="connsiteY0" fmla="*/ 45720 h 91440"/>
                <a:gd name="connsiteX1" fmla="*/ 468667 w 468667"/>
                <a:gd name="connsiteY1" fmla="*/ 45720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8667" h="91440">
                  <a:moveTo>
                    <a:pt x="0" y="45720"/>
                  </a:moveTo>
                  <a:lnTo>
                    <a:pt x="468667" y="45720"/>
                  </a:ln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dk2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34552" tIns="43224" rIns="234552" bIns="43224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800" kern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6F5C7A-1E3D-8099-D944-99C3CC46D2C7}"/>
                </a:ext>
              </a:extLst>
            </p:cNvPr>
            <p:cNvSpPr/>
            <p:nvPr/>
          </p:nvSpPr>
          <p:spPr>
            <a:xfrm>
              <a:off x="3942898" y="3191447"/>
              <a:ext cx="2170729" cy="1302437"/>
            </a:xfrm>
            <a:prstGeom prst="roundRect">
              <a:avLst/>
            </a:prstGeom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368" tIns="111651" rIns="106368" bIns="111651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I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scalate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VLM when unable to determine the situation through Rules Engine  </a:t>
              </a:r>
              <a:endParaRPr lang="en-US" sz="18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8D80A14-AF9B-BACB-8226-102A43FB7573}"/>
                </a:ext>
              </a:extLst>
            </p:cNvPr>
            <p:cNvSpPr/>
            <p:nvPr/>
          </p:nvSpPr>
          <p:spPr>
            <a:xfrm>
              <a:off x="2358266" y="4492085"/>
              <a:ext cx="5339993" cy="468667"/>
            </a:xfrm>
            <a:custGeom>
              <a:avLst/>
              <a:gdLst>
                <a:gd name="connsiteX0" fmla="*/ 5339993 w 5339993"/>
                <a:gd name="connsiteY0" fmla="*/ 0 h 468667"/>
                <a:gd name="connsiteX1" fmla="*/ 5339993 w 5339993"/>
                <a:gd name="connsiteY1" fmla="*/ 251433 h 468667"/>
                <a:gd name="connsiteX2" fmla="*/ 0 w 5339993"/>
                <a:gd name="connsiteY2" fmla="*/ 251433 h 468667"/>
                <a:gd name="connsiteX3" fmla="*/ 0 w 5339993"/>
                <a:gd name="connsiteY3" fmla="*/ 468667 h 4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39993" h="468667">
                  <a:moveTo>
                    <a:pt x="5339993" y="0"/>
                  </a:moveTo>
                  <a:lnTo>
                    <a:pt x="5339993" y="251433"/>
                  </a:lnTo>
                  <a:lnTo>
                    <a:pt x="0" y="251433"/>
                  </a:lnTo>
                  <a:lnTo>
                    <a:pt x="0" y="468667"/>
                  </a:ln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dk2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8614" tIns="231837" rIns="2548615" bIns="231838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800" kern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9EFA2FC-92C5-A6E2-B854-9A65751E73F2}"/>
                </a:ext>
              </a:extLst>
            </p:cNvPr>
            <p:cNvSpPr/>
            <p:nvPr/>
          </p:nvSpPr>
          <p:spPr>
            <a:xfrm>
              <a:off x="6612895" y="3191447"/>
              <a:ext cx="2170729" cy="1302437"/>
            </a:xfrm>
            <a:prstGeom prst="roundRect">
              <a:avLst/>
            </a:prstGeom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368" tIns="111651" rIns="106368" bIns="111651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I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xport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results to Structured JSON</a:t>
              </a:r>
              <a:endParaRPr lang="en-US" sz="18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684281E-068A-C045-20CD-3A1FB85A38FA}"/>
                </a:ext>
              </a:extLst>
            </p:cNvPr>
            <p:cNvSpPr/>
            <p:nvPr/>
          </p:nvSpPr>
          <p:spPr>
            <a:xfrm>
              <a:off x="3441830" y="5598651"/>
              <a:ext cx="468667" cy="91440"/>
            </a:xfrm>
            <a:custGeom>
              <a:avLst/>
              <a:gdLst>
                <a:gd name="connsiteX0" fmla="*/ 0 w 468667"/>
                <a:gd name="connsiteY0" fmla="*/ 45720 h 91440"/>
                <a:gd name="connsiteX1" fmla="*/ 468667 w 468667"/>
                <a:gd name="connsiteY1" fmla="*/ 45720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8667" h="91440">
                  <a:moveTo>
                    <a:pt x="0" y="45720"/>
                  </a:moveTo>
                  <a:lnTo>
                    <a:pt x="468667" y="45720"/>
                  </a:lnTo>
                </a:path>
              </a:pathLst>
            </a:custGeom>
            <a:noFill/>
            <a:ln>
              <a:tailEnd type="arrow"/>
            </a:ln>
          </p:spPr>
          <p:style>
            <a:lnRef idx="1">
              <a:schemeClr val="dk2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34552" tIns="43224" rIns="234552" bIns="43224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800" kern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9ED9701-B47B-635E-7E9F-439A726CC294}"/>
                </a:ext>
              </a:extLst>
            </p:cNvPr>
            <p:cNvSpPr/>
            <p:nvPr/>
          </p:nvSpPr>
          <p:spPr>
            <a:xfrm>
              <a:off x="1272901" y="4993152"/>
              <a:ext cx="2170729" cy="1302437"/>
            </a:xfrm>
            <a:prstGeom prst="roundRect">
              <a:avLst/>
            </a:prstGeom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368" tIns="111651" rIns="106368" bIns="111651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Create alerts for the connected application from the JSON files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6BAC0F3-A216-9ED2-7315-FB074258BF4D}"/>
                </a:ext>
              </a:extLst>
            </p:cNvPr>
            <p:cNvSpPr/>
            <p:nvPr/>
          </p:nvSpPr>
          <p:spPr>
            <a:xfrm>
              <a:off x="3942898" y="4993152"/>
              <a:ext cx="2170729" cy="1302437"/>
            </a:xfrm>
            <a:prstGeom prst="roundRect">
              <a:avLst/>
            </a:prstGeom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368" tIns="111651" rIns="106368" bIns="111651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800" b="0" i="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End Loop</a:t>
              </a:r>
              <a:endParaRPr lang="en-US" sz="18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1403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2F9C8-2359-9BB1-122D-B03FBA709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12D4A-AB3E-5720-B7BB-39F0E4446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L&amp;T: ENGINEERING &amp;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F6ADD-405A-5DB1-11C2-CA51ACF57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Key Engineering Contributions:</a:t>
            </a:r>
            <a:endParaRPr lang="en-US" dirty="0"/>
          </a:p>
          <a:p>
            <a:r>
              <a:rPr lang="en-US" dirty="0"/>
              <a:t>Designed multi-stage inference pipeline</a:t>
            </a:r>
          </a:p>
          <a:p>
            <a:r>
              <a:rPr lang="en-US" dirty="0"/>
              <a:t>Built rule-based event classification logic</a:t>
            </a:r>
          </a:p>
          <a:p>
            <a:r>
              <a:rPr lang="en-US" dirty="0"/>
              <a:t>Developed APIs for real-time video processing</a:t>
            </a:r>
          </a:p>
          <a:p>
            <a:r>
              <a:rPr lang="en-US" b="1" dirty="0"/>
              <a:t>Data &amp; Training</a:t>
            </a:r>
            <a:endParaRPr lang="en-US" dirty="0"/>
          </a:p>
          <a:p>
            <a:r>
              <a:rPr lang="en-US" dirty="0"/>
              <a:t>Prepared domain-specific datasets</a:t>
            </a:r>
          </a:p>
          <a:p>
            <a:r>
              <a:rPr lang="en-US" dirty="0"/>
              <a:t>Used COCO-style annotations and </a:t>
            </a:r>
            <a:r>
              <a:rPr lang="en-US" dirty="0" err="1"/>
              <a:t>Roboflow</a:t>
            </a:r>
            <a:r>
              <a:rPr lang="en-US" dirty="0"/>
              <a:t> pipelines</a:t>
            </a:r>
          </a:p>
          <a:p>
            <a:r>
              <a:rPr lang="en-US" dirty="0"/>
              <a:t>Applied industrial-specific augmentations for robustness</a:t>
            </a:r>
          </a:p>
        </p:txBody>
      </p:sp>
    </p:spTree>
    <p:extLst>
      <p:ext uri="{BB962C8B-B14F-4D97-AF65-F5344CB8AC3E}">
        <p14:creationId xmlns:p14="http://schemas.microsoft.com/office/powerpoint/2010/main" val="90650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1C812-0D7A-8044-10D2-74D0E10E4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73D8E-CAC8-A48D-8363-043E9133D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L&amp;T: IMPACT &amp;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BE875-CFD5-F98E-C05D-A88E2E04B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Impact</a:t>
            </a:r>
            <a:endParaRPr lang="en-US" dirty="0"/>
          </a:p>
          <a:p>
            <a:r>
              <a:rPr lang="en-US" dirty="0"/>
              <a:t>Automated detection of safety violations</a:t>
            </a:r>
          </a:p>
          <a:p>
            <a:r>
              <a:rPr lang="en-US" dirty="0"/>
              <a:t>Reduced dependency on manual monitoring</a:t>
            </a:r>
          </a:p>
          <a:p>
            <a:r>
              <a:rPr lang="en-US" dirty="0"/>
              <a:t>Scalable design for multiple camera feeds</a:t>
            </a:r>
          </a:p>
          <a:p>
            <a:pPr marL="0" indent="0">
              <a:buNone/>
            </a:pPr>
            <a:r>
              <a:rPr lang="en-US" b="1" dirty="0"/>
              <a:t>Key Learnings</a:t>
            </a:r>
            <a:endParaRPr lang="en-US" dirty="0"/>
          </a:p>
          <a:p>
            <a:r>
              <a:rPr lang="en-US" dirty="0"/>
              <a:t>Designing CV systems beyond model accuracy</a:t>
            </a:r>
          </a:p>
          <a:p>
            <a:r>
              <a:rPr lang="en-US" dirty="0"/>
              <a:t>Handling noisy, real-world video streams</a:t>
            </a:r>
          </a:p>
          <a:p>
            <a:r>
              <a:rPr lang="en-US" dirty="0"/>
              <a:t>Integrating perception with decision logic</a:t>
            </a:r>
          </a:p>
        </p:txBody>
      </p:sp>
    </p:spTree>
    <p:extLst>
      <p:ext uri="{BB962C8B-B14F-4D97-AF65-F5344CB8AC3E}">
        <p14:creationId xmlns:p14="http://schemas.microsoft.com/office/powerpoint/2010/main" val="3348218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54412E-83EC-D897-0601-5D1222F7C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 rot="16200000">
            <a:off x="-1002489" y="2470773"/>
            <a:ext cx="6017342" cy="1862373"/>
          </a:xfrm>
        </p:spPr>
        <p:txBody>
          <a:bodyPr>
            <a:normAutofit/>
          </a:bodyPr>
          <a:lstStyle/>
          <a:p>
            <a:r>
              <a:rPr lang="en-GB" sz="2400" dirty="0"/>
              <a:t>Example Output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11F62C2-8A96-96D6-123B-73BBB3EF5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937369" y="393290"/>
            <a:ext cx="8438554" cy="6017342"/>
          </a:xfr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"detections": [</a:t>
            </a:r>
          </a:p>
          <a:p>
            <a:pPr marL="0" indent="0" algn="l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     "name": "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Tower_Crane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</a:t>
            </a:r>
          </a:p>
          <a:p>
            <a:pPr marL="0" indent="0" algn="l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"class": 8,</a:t>
            </a:r>
          </a:p>
          <a:p>
            <a:pPr marL="0" indent="0" algn="l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"confidence": 0.64131,</a:t>
            </a:r>
          </a:p>
          <a:p>
            <a:pPr marL="0" indent="0" algn="l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"box": {</a:t>
            </a:r>
          </a:p>
          <a:p>
            <a:pPr marL="0" indent="0" algn="l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"x1": 67.24586,</a:t>
            </a:r>
          </a:p>
          <a:p>
            <a:pPr marL="0" indent="0" algn="l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"y1": 17.08594,</a:t>
            </a:r>
          </a:p>
          <a:p>
            <a:pPr marL="0" indent="0" algn="l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"x2": 205.90646,</a:t>
            </a:r>
          </a:p>
          <a:p>
            <a:pPr marL="0" indent="0" algn="l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"y2": 1560</a:t>
            </a:r>
          </a:p>
          <a:p>
            <a:pPr marL="0" indent="0" algn="l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}},    </a:t>
            </a:r>
          </a:p>
          <a:p>
            <a:pPr marL="0" indent="0" algn="l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    "name": "person",</a:t>
            </a:r>
          </a:p>
          <a:p>
            <a:pPr marL="0" indent="0" algn="l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"class": 1,</a:t>
            </a:r>
          </a:p>
          <a:p>
            <a:pPr marL="0" indent="0" algn="l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"confidence": 0.8211,</a:t>
            </a:r>
          </a:p>
          <a:p>
            <a:pPr marL="0" indent="0" algn="l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"box": {……… ‘person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bbox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co-ordinates’</a:t>
            </a:r>
          </a:p>
          <a:p>
            <a:pPr marL="0" indent="0" algn="l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}}],</a:t>
            </a:r>
          </a:p>
          <a:p>
            <a:pPr marL="0" indent="0" algn="l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rules_results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[    "PPE non-compliance": "harness",</a:t>
            </a:r>
          </a:p>
          <a:p>
            <a:pPr marL="0" indent="0" algn="l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“Fall”: “ Worker is close to edge” ],</a:t>
            </a:r>
          </a:p>
          <a:p>
            <a:pPr marL="0" indent="0" algn="l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vlm_description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{    "role": "assistant",</a:t>
            </a:r>
          </a:p>
          <a:p>
            <a:pPr marL="0" indent="0" algn="l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"summary": “Worker PPE compliance: all required equipment detected except safety harness. Caution advised due to proximity to edges and cranes –- fall risk present."}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6AE6C-0A96-5D7D-9CC8-08EDCFAC5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834" y="249073"/>
            <a:ext cx="5653204" cy="317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636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3D478-69CA-6DE4-8AB4-D5CE8C877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86542-0F50-98ED-73F5-C9BB8CAE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ELC SUMMER INTERN | THAPAR INSTITUTE Of Engineering And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C2EA7-0110-A8F9-BA4A-1F5AF4E94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Role Overview</a:t>
            </a:r>
            <a:endParaRPr lang="en-US" dirty="0"/>
          </a:p>
          <a:p>
            <a:r>
              <a:rPr lang="en-US" dirty="0"/>
              <a:t>ELC Summer Intern, TIET</a:t>
            </a:r>
          </a:p>
          <a:p>
            <a:r>
              <a:rPr lang="en-US" dirty="0"/>
              <a:t>Duration: June 2024 – July 2024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Project Goal</a:t>
            </a:r>
            <a:endParaRPr lang="en-US" dirty="0"/>
          </a:p>
          <a:p>
            <a:r>
              <a:rPr lang="en-US" dirty="0"/>
              <a:t>Real-time helmet detection for traffic safety monitoring</a:t>
            </a:r>
          </a:p>
        </p:txBody>
      </p:sp>
    </p:spTree>
    <p:extLst>
      <p:ext uri="{BB962C8B-B14F-4D97-AF65-F5344CB8AC3E}">
        <p14:creationId xmlns:p14="http://schemas.microsoft.com/office/powerpoint/2010/main" val="2413253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2ACF9-C0E9-4AEA-6458-40EA48846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D61CD-3967-DD8A-00D9-4F207C27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ELC: MODELING &amp;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67E81-DE71-9A1D-3285-29BD8E625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Technical Work</a:t>
            </a:r>
            <a:endParaRPr lang="en-IN" dirty="0"/>
          </a:p>
          <a:p>
            <a:r>
              <a:rPr lang="en-IN" dirty="0"/>
              <a:t>Helmet detection using YOLOv8</a:t>
            </a:r>
          </a:p>
          <a:p>
            <a:r>
              <a:rPr lang="en-IN" dirty="0"/>
              <a:t>Compared CNNs and Vision Transformers</a:t>
            </a:r>
          </a:p>
          <a:p>
            <a:pPr lvl="1"/>
            <a:r>
              <a:rPr lang="en-IN" dirty="0"/>
              <a:t>ResNet50</a:t>
            </a:r>
          </a:p>
          <a:p>
            <a:pPr lvl="1"/>
            <a:r>
              <a:rPr lang="en-IN" dirty="0"/>
              <a:t>VGG19</a:t>
            </a:r>
          </a:p>
          <a:p>
            <a:pPr lvl="1"/>
            <a:r>
              <a:rPr lang="en-IN" dirty="0"/>
              <a:t>Vision Transformer</a:t>
            </a:r>
          </a:p>
          <a:p>
            <a:pPr marL="0" indent="0">
              <a:buNone/>
            </a:pPr>
            <a:r>
              <a:rPr lang="en-IN" b="1" dirty="0"/>
              <a:t>Deployment</a:t>
            </a:r>
            <a:endParaRPr lang="en-IN" dirty="0"/>
          </a:p>
          <a:p>
            <a:r>
              <a:rPr lang="en-IN" dirty="0"/>
              <a:t>Deployed model on POE surveillance cameras</a:t>
            </a:r>
          </a:p>
          <a:p>
            <a:r>
              <a:rPr lang="en-IN" dirty="0"/>
              <a:t>Achieved 63.5% </a:t>
            </a:r>
            <a:r>
              <a:rPr lang="en-IN" dirty="0" err="1"/>
              <a:t>mAP</a:t>
            </a:r>
            <a:r>
              <a:rPr lang="en-IN" dirty="0"/>
              <a:t> in real-world testing</a:t>
            </a:r>
          </a:p>
        </p:txBody>
      </p:sp>
    </p:spTree>
    <p:extLst>
      <p:ext uri="{BB962C8B-B14F-4D97-AF65-F5344CB8AC3E}">
        <p14:creationId xmlns:p14="http://schemas.microsoft.com/office/powerpoint/2010/main" val="363960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BE8B2-09B9-6081-4C4C-C45BD33EC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156082-D1DF-77C5-C4EE-86E1B56425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 rot="16200000">
            <a:off x="-1002489" y="2470773"/>
            <a:ext cx="6017342" cy="1862373"/>
          </a:xfrm>
        </p:spPr>
        <p:txBody>
          <a:bodyPr>
            <a:normAutofit/>
          </a:bodyPr>
          <a:lstStyle/>
          <a:p>
            <a:r>
              <a:rPr lang="en-GB" sz="2400" dirty="0"/>
              <a:t>Example Output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B26A3BE-2704-7E2B-4519-45FDDD4C3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937369" y="393290"/>
            <a:ext cx="8438554" cy="6017342"/>
          </a:xfr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"predictions": [{      "x": 143.5,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"y": 137,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"width": 81,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"height": 192,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"confidence": 0.781,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"class": "Helmet-Valid",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class_id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0,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detection_id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"e641838d-4f70-443b-ae84-960c58afaa9d"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},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     "x": 311.5,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"y": 204,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"width": 371,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"height": 384,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"confidence": 0.765,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"class": "No-Helmet-on-passenger",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class_id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3,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detection_id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"86c20b55-e52a-485d-b7fc-a4b885ba9dd6"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}]}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DD556A-81E6-4385-AA8E-6E6DD2A54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946" y="2979172"/>
            <a:ext cx="4273977" cy="270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49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9536A-8E01-ECC5-E380-79CA0855F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2E81C-1BA0-8200-E59E-DA7415244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6000" dirty="0"/>
              <a:t>ACADEMIC &amp; PERSONAL PROJECTS</a:t>
            </a:r>
            <a:endParaRPr lang="en-GB" sz="6000" dirty="0"/>
          </a:p>
        </p:txBody>
      </p:sp>
    </p:spTree>
    <p:extLst>
      <p:ext uri="{BB962C8B-B14F-4D97-AF65-F5344CB8AC3E}">
        <p14:creationId xmlns:p14="http://schemas.microsoft.com/office/powerpoint/2010/main" val="2566225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9CE57-7B1A-FD21-B1B0-FE5090B3F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97629-2F60-0BF7-A3C3-9C7040A66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VISAD: REAL-TIME VISION-DRIVEN AD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5276B-BA16-23AD-9182-07CB9292A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Project Overview</a:t>
            </a:r>
            <a:endParaRPr lang="en-IN" dirty="0"/>
          </a:p>
          <a:p>
            <a:r>
              <a:rPr lang="en-IN" dirty="0"/>
              <a:t>Lead Computer Vision Developer (4-member team)</a:t>
            </a:r>
          </a:p>
          <a:p>
            <a:r>
              <a:rPr lang="en-IN" dirty="0"/>
              <a:t>End-to-end CV + ML system</a:t>
            </a:r>
          </a:p>
          <a:p>
            <a:pPr marL="0" indent="0">
              <a:buNone/>
            </a:pPr>
            <a:r>
              <a:rPr lang="en-IN" b="1" dirty="0"/>
              <a:t>System Design</a:t>
            </a:r>
            <a:endParaRPr lang="en-IN" dirty="0"/>
          </a:p>
          <a:p>
            <a:r>
              <a:rPr lang="en-IN" dirty="0"/>
              <a:t>Pedestrian detection and attribute extraction</a:t>
            </a:r>
          </a:p>
          <a:p>
            <a:r>
              <a:rPr lang="en-IN" dirty="0"/>
              <a:t>CV outputs fed into ML recommender model</a:t>
            </a:r>
          </a:p>
          <a:p>
            <a:r>
              <a:rPr lang="en-IN" dirty="0"/>
              <a:t>Automated ad category selection</a:t>
            </a:r>
          </a:p>
          <a:p>
            <a:r>
              <a:rPr lang="en-IN" dirty="0"/>
              <a:t>CSV-based logging for analytics</a:t>
            </a:r>
          </a:p>
          <a:p>
            <a:r>
              <a:rPr lang="en-IN" dirty="0"/>
              <a:t>Cloud-deployed inference pipeline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9299419-941D-8608-B960-0768758C5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513" y="1513423"/>
            <a:ext cx="4826358" cy="465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763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0023-6C17-3262-8F2F-777D4B4AE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SENSING IMAGE CAPTIONING (BLIP)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F58B96A-6BDE-604E-3845-1DC78D8D5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Objective</a:t>
            </a:r>
          </a:p>
          <a:p>
            <a:r>
              <a:rPr lang="en-GB" b="1" dirty="0"/>
              <a:t>Generate natural-language captions for satellite imagery</a:t>
            </a:r>
          </a:p>
          <a:p>
            <a:pPr marL="0" indent="0">
              <a:buNone/>
            </a:pPr>
            <a:r>
              <a:rPr lang="en-GB" b="1" dirty="0"/>
              <a:t>Technical Details</a:t>
            </a:r>
          </a:p>
          <a:p>
            <a:r>
              <a:rPr lang="en-GB" b="1" dirty="0"/>
              <a:t> Fine-tuned BLIP on RSICD dataset</a:t>
            </a:r>
          </a:p>
          <a:p>
            <a:r>
              <a:rPr lang="en-GB" b="1" dirty="0"/>
              <a:t> Learned vision–language alignment in non-natural images</a:t>
            </a:r>
          </a:p>
          <a:p>
            <a:r>
              <a:rPr lang="en-GB" b="1" dirty="0"/>
              <a:t> Addressed domain shift between satellite and ground images</a:t>
            </a:r>
          </a:p>
          <a:p>
            <a:pPr marL="0" indent="0">
              <a:buNone/>
            </a:pPr>
            <a:r>
              <a:rPr lang="en-GB" b="1" dirty="0"/>
              <a:t>Key Takeaway</a:t>
            </a:r>
          </a:p>
          <a:p>
            <a:pPr marL="0" indent="0">
              <a:buNone/>
            </a:pPr>
            <a:r>
              <a:rPr lang="en-GB" b="1" dirty="0"/>
              <a:t>Captioning as semantic understanding, not object listing</a:t>
            </a:r>
          </a:p>
          <a:p>
            <a:r>
              <a:rPr lang="en-GB" b="1" dirty="0"/>
              <a:t>(Satellite image + generated caption)</a:t>
            </a:r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606650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73115-2943-E8FE-67EB-1E2929270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1295-55FF-A6F7-AB18-C20950EAA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SENSING IMAGE CAPTIONING (BLIP)</a:t>
            </a:r>
            <a:endParaRPr lang="en-GB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263E9AD-5C32-E182-132D-B0F655EC9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702354"/>
              </p:ext>
            </p:extLst>
          </p:nvPr>
        </p:nvGraphicFramePr>
        <p:xfrm>
          <a:off x="1371600" y="2155825"/>
          <a:ext cx="9601200" cy="2159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775030035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38894077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Image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 dirty="0">
                          <a:effectLst/>
                        </a:rPr>
                        <a:t>Ground Truth / Base Model Output / Fine-Tuned Model Output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75967688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2BF3BC8D-6040-1824-F2BD-FA3E466B6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525" y="2371725"/>
            <a:ext cx="2817925" cy="281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BF605D6-A7AE-8370-19A9-2AAF246D468F}"/>
              </a:ext>
            </a:extLst>
          </p:cNvPr>
          <p:cNvSpPr txBox="1"/>
          <p:nvPr/>
        </p:nvSpPr>
        <p:spPr>
          <a:xfrm>
            <a:off x="6096000" y="2417773"/>
            <a:ext cx="4876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1"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Ground Truth: Along a street are buildings with brick red roofs among which there is a church with a cross-shaped roof.</a:t>
            </a:r>
            <a:endParaRPr lang="en-IN" sz="12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fontAlgn="base" latinLnBrk="1"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fontAlgn="base" latinLnBrk="1"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Finetuned Model Predicted: **A church is close to several green trees.**</a:t>
            </a:r>
            <a:endParaRPr lang="en-IN" sz="12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fontAlgn="base" latinLnBrk="1"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Yu Mincho" panose="02020400000000000000" pitchFamily="18" charset="-128"/>
              </a:rPr>
              <a:t>Base Model Predicted: **An aerial view of a small town**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5069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FCC1D-41F5-F0F5-368E-0081C6CE3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FFD41-3679-B210-2FC4-3B864B739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SENSING IMAGE CAPTIONING (BLIP)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86EBFFA-D360-C010-1469-E1C509A99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/>
              <a:t>Project Overview</a:t>
            </a:r>
          </a:p>
          <a:p>
            <a:r>
              <a:rPr lang="en-GB" b="1" dirty="0"/>
              <a:t> Edge AI project using NVIDIA </a:t>
            </a:r>
            <a:r>
              <a:rPr lang="en-GB" b="1" dirty="0" err="1"/>
              <a:t>JetBot</a:t>
            </a:r>
            <a:endParaRPr lang="en-GB" b="1" dirty="0"/>
          </a:p>
          <a:p>
            <a:pPr marL="0" indent="0">
              <a:buNone/>
            </a:pPr>
            <a:r>
              <a:rPr lang="en-GB" b="1" dirty="0"/>
              <a:t>Technical Contributions</a:t>
            </a:r>
          </a:p>
          <a:p>
            <a:r>
              <a:rPr lang="en-GB" b="1" dirty="0"/>
              <a:t> Dataset collection and curation (</a:t>
            </a:r>
            <a:r>
              <a:rPr lang="en-GB" b="1" dirty="0" err="1"/>
              <a:t>Roboflow</a:t>
            </a:r>
            <a:r>
              <a:rPr lang="en-GB" b="1" dirty="0"/>
              <a:t>)</a:t>
            </a:r>
          </a:p>
          <a:p>
            <a:r>
              <a:rPr lang="en-GB" b="1" dirty="0"/>
              <a:t> YOLOv8 model selection based on latency and accuracy</a:t>
            </a:r>
          </a:p>
          <a:p>
            <a:r>
              <a:rPr lang="en-GB" b="1" dirty="0"/>
              <a:t> </a:t>
            </a:r>
            <a:r>
              <a:rPr lang="en-GB" b="1" dirty="0" err="1"/>
              <a:t>TensorRT</a:t>
            </a:r>
            <a:r>
              <a:rPr lang="en-GB" b="1" dirty="0"/>
              <a:t> INT8 optimization on Jetson</a:t>
            </a:r>
          </a:p>
          <a:p>
            <a:r>
              <a:rPr lang="en-GB" b="1" dirty="0"/>
              <a:t> Physical robot interaction logic</a:t>
            </a:r>
          </a:p>
          <a:p>
            <a:pPr marL="0" indent="0">
              <a:buNone/>
            </a:pPr>
            <a:r>
              <a:rPr lang="en-GB" b="1" dirty="0"/>
              <a:t>Performance</a:t>
            </a:r>
          </a:p>
          <a:p>
            <a:r>
              <a:rPr lang="en-GB" b="1" dirty="0"/>
              <a:t> Precision: 0.946</a:t>
            </a:r>
          </a:p>
          <a:p>
            <a:r>
              <a:rPr lang="en-GB" b="1" dirty="0"/>
              <a:t> Recall: 0.933</a:t>
            </a:r>
          </a:p>
          <a:p>
            <a:r>
              <a:rPr lang="en-GB" b="1" dirty="0"/>
              <a:t> mAP@50: 0.917</a:t>
            </a:r>
          </a:p>
        </p:txBody>
      </p:sp>
    </p:spTree>
    <p:extLst>
      <p:ext uri="{BB962C8B-B14F-4D97-AF65-F5344CB8AC3E}">
        <p14:creationId xmlns:p14="http://schemas.microsoft.com/office/powerpoint/2010/main" val="566927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87FE2-5FDB-604D-6746-1127459CD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36FC-764E-998A-7A85-E60511E19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SENSING IMAGE CAPTIONING (BLIP)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0CCDD8-06C5-023A-E870-74918EA62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Technical Details</a:t>
            </a:r>
          </a:p>
          <a:p>
            <a:r>
              <a:rPr lang="en-GB" b="1" dirty="0"/>
              <a:t> Fine-tuned BLIP on RSICD dataset</a:t>
            </a:r>
          </a:p>
          <a:p>
            <a:r>
              <a:rPr lang="en-GB" b="1" dirty="0"/>
              <a:t> Learned vision–language alignment in non-natural images</a:t>
            </a:r>
          </a:p>
          <a:p>
            <a:r>
              <a:rPr lang="en-GB" b="1" dirty="0"/>
              <a:t> Addressed domain shift between satellite and ground images</a:t>
            </a:r>
          </a:p>
          <a:p>
            <a:endParaRPr lang="en-GB" b="1" dirty="0"/>
          </a:p>
          <a:p>
            <a:pPr marL="0" indent="0">
              <a:buNone/>
            </a:pPr>
            <a:r>
              <a:rPr lang="en-GB" b="1" dirty="0"/>
              <a:t>Key Takeaway</a:t>
            </a:r>
          </a:p>
          <a:p>
            <a:pPr marL="0" indent="0">
              <a:buNone/>
            </a:pPr>
            <a:r>
              <a:rPr lang="en-GB" b="1" dirty="0"/>
              <a:t>Captioning as semantic understanding, not object listing</a:t>
            </a:r>
          </a:p>
          <a:p>
            <a:r>
              <a:rPr lang="en-GB" b="1" dirty="0"/>
              <a:t>(Satellite image + generated caption)</a:t>
            </a:r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456674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23659-53B9-6FD1-7196-F59B74EAA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B85CF-29A0-CD96-39BD-31E953311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MINI-RAG: RETRIEVAL-AUGMENTED GENERATION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4F93BD-E322-804D-E7CD-1FC6BE528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/>
              <a:t>Purpose:</a:t>
            </a:r>
          </a:p>
          <a:p>
            <a:r>
              <a:rPr lang="en-GB" b="1" dirty="0"/>
              <a:t> Personal project to understand RAG fundamentals</a:t>
            </a:r>
          </a:p>
          <a:p>
            <a:pPr marL="0" indent="0">
              <a:buNone/>
            </a:pPr>
            <a:r>
              <a:rPr lang="en-GB" b="1" dirty="0"/>
              <a:t>Pipeline</a:t>
            </a:r>
          </a:p>
          <a:p>
            <a:r>
              <a:rPr lang="en-GB" b="1" dirty="0"/>
              <a:t>Document ingestion and chunking</a:t>
            </a:r>
          </a:p>
          <a:p>
            <a:r>
              <a:rPr lang="en-GB" b="1" dirty="0"/>
              <a:t>Embedding generation</a:t>
            </a:r>
          </a:p>
          <a:p>
            <a:r>
              <a:rPr lang="en-GB" b="1" dirty="0"/>
              <a:t>Vector-based retrieval</a:t>
            </a:r>
          </a:p>
          <a:p>
            <a:r>
              <a:rPr lang="en-GB" b="1" dirty="0"/>
              <a:t>Context injection into LLM prompt</a:t>
            </a:r>
          </a:p>
          <a:p>
            <a:pPr marL="0" indent="0">
              <a:buNone/>
            </a:pPr>
            <a:r>
              <a:rPr lang="en-GB" b="1" dirty="0"/>
              <a:t>Focus</a:t>
            </a:r>
          </a:p>
          <a:p>
            <a:r>
              <a:rPr lang="en-GB" b="1" dirty="0"/>
              <a:t>Grounding responses</a:t>
            </a:r>
          </a:p>
          <a:p>
            <a:r>
              <a:rPr lang="en-GB" b="1" dirty="0"/>
              <a:t>Reducing hallucinations</a:t>
            </a:r>
          </a:p>
          <a:p>
            <a:r>
              <a:rPr lang="en-GB" b="1" dirty="0"/>
              <a:t>Understanding RAG internals beyond frameworks</a:t>
            </a:r>
          </a:p>
        </p:txBody>
      </p:sp>
    </p:spTree>
    <p:extLst>
      <p:ext uri="{BB962C8B-B14F-4D97-AF65-F5344CB8AC3E}">
        <p14:creationId xmlns:p14="http://schemas.microsoft.com/office/powerpoint/2010/main" val="2781137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E1E8B-3355-5EBB-A6D1-4B197CDBF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50443-9795-A080-7B59-BC5BC667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SENTIMENT ANALYSIS FOR MOVIE REVIEWS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E807583-1C9A-4732-0A83-CD5B0D178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Project Summary</a:t>
            </a:r>
          </a:p>
          <a:p>
            <a:r>
              <a:rPr lang="en-US" b="1" dirty="0"/>
              <a:t> NLP-based sentiment classification system</a:t>
            </a:r>
          </a:p>
          <a:p>
            <a:pPr marL="0" indent="0">
              <a:buNone/>
            </a:pPr>
            <a:r>
              <a:rPr lang="en-US" b="1" dirty="0"/>
              <a:t>Implementation</a:t>
            </a:r>
          </a:p>
          <a:p>
            <a:r>
              <a:rPr lang="en-US" b="1" dirty="0"/>
              <a:t>Text preprocessing and feature extraction</a:t>
            </a:r>
          </a:p>
          <a:p>
            <a:r>
              <a:rPr lang="en-US" b="1" dirty="0"/>
              <a:t>Classification model for sentiment prediction</a:t>
            </a:r>
          </a:p>
          <a:p>
            <a:r>
              <a:rPr lang="en-US" b="1" dirty="0"/>
              <a:t>Local deployment with database integration</a:t>
            </a:r>
          </a:p>
          <a:p>
            <a:pPr marL="0" indent="0">
              <a:buNone/>
            </a:pPr>
            <a:r>
              <a:rPr lang="en-US" b="1" dirty="0"/>
              <a:t>Outcome</a:t>
            </a:r>
          </a:p>
          <a:p>
            <a:r>
              <a:rPr lang="en-US" b="1" dirty="0"/>
              <a:t>End-to-end NLP application experience</a:t>
            </a:r>
          </a:p>
        </p:txBody>
      </p:sp>
    </p:spTree>
    <p:extLst>
      <p:ext uri="{BB962C8B-B14F-4D97-AF65-F5344CB8AC3E}">
        <p14:creationId xmlns:p14="http://schemas.microsoft.com/office/powerpoint/2010/main" val="846416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4B2B3-C8CD-A7EF-223F-49CCA9FD0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0532E-C91D-8D6B-A9B4-013DB9340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TECHNICAL SKILLS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0253EB2-F4E2-3AB6-6DF0-1B15F896A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Core Skills</a:t>
            </a:r>
          </a:p>
          <a:p>
            <a:r>
              <a:rPr lang="en-US" b="1" dirty="0"/>
              <a:t>Programming: Python, C, C++</a:t>
            </a:r>
          </a:p>
          <a:p>
            <a:r>
              <a:rPr lang="en-US" b="1" dirty="0"/>
              <a:t>Computer Vision, Deep Learning, Machine Learning</a:t>
            </a:r>
          </a:p>
          <a:p>
            <a:r>
              <a:rPr lang="en-US" b="1" dirty="0"/>
              <a:t>CNNs, Vision Transformers, Vision-Language Models</a:t>
            </a:r>
          </a:p>
          <a:p>
            <a:pPr marL="0" indent="0">
              <a:buNone/>
            </a:pPr>
            <a:r>
              <a:rPr lang="en-US" b="1" dirty="0"/>
              <a:t>Tools &amp; Frameworks</a:t>
            </a:r>
          </a:p>
          <a:p>
            <a:r>
              <a:rPr lang="en-US" b="1" dirty="0" err="1"/>
              <a:t>PyTorch</a:t>
            </a:r>
            <a:r>
              <a:rPr lang="en-US" b="1" dirty="0"/>
              <a:t>, TensorFlow, OpenCV</a:t>
            </a:r>
          </a:p>
          <a:p>
            <a:r>
              <a:rPr lang="en-US" b="1" dirty="0" err="1"/>
              <a:t>Ultralytics</a:t>
            </a:r>
            <a:r>
              <a:rPr lang="en-US" b="1" dirty="0"/>
              <a:t>, Hugging Face</a:t>
            </a:r>
          </a:p>
          <a:p>
            <a:r>
              <a:rPr lang="en-US" b="1" dirty="0"/>
              <a:t>CUDA, </a:t>
            </a:r>
            <a:r>
              <a:rPr lang="en-US" b="1" dirty="0" err="1"/>
              <a:t>TensorRT</a:t>
            </a:r>
            <a:r>
              <a:rPr lang="en-US" b="1" dirty="0"/>
              <a:t>, NVIDIA Jetson</a:t>
            </a:r>
          </a:p>
        </p:txBody>
      </p:sp>
    </p:spTree>
    <p:extLst>
      <p:ext uri="{BB962C8B-B14F-4D97-AF65-F5344CB8AC3E}">
        <p14:creationId xmlns:p14="http://schemas.microsoft.com/office/powerpoint/2010/main" val="4088918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43496-692B-FCCF-BD07-CB9C2DEE5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D5726-B4BF-46FC-D586-7C4EC0554C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6000" i="1" dirty="0"/>
              <a:t>THANK YOU</a:t>
            </a:r>
            <a:endParaRPr lang="en-GB" sz="6000" i="1" dirty="0"/>
          </a:p>
        </p:txBody>
      </p:sp>
    </p:spTree>
    <p:extLst>
      <p:ext uri="{BB962C8B-B14F-4D97-AF65-F5344CB8AC3E}">
        <p14:creationId xmlns:p14="http://schemas.microsoft.com/office/powerpoint/2010/main" val="415174574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{93061661-A1BD-4242-A44A-E87EA37F11BF}tf10001105</Template>
  <TotalTime>99</TotalTime>
  <Words>1088</Words>
  <Application>Microsoft Office PowerPoint</Application>
  <PresentationFormat>Widescreen</PresentationFormat>
  <Paragraphs>197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Calibri</vt:lpstr>
      <vt:lpstr>Courier New</vt:lpstr>
      <vt:lpstr>Franklin Gothic Book</vt:lpstr>
      <vt:lpstr>Times New Roman</vt:lpstr>
      <vt:lpstr>Crop</vt:lpstr>
      <vt:lpstr>Portfolio</vt:lpstr>
      <vt:lpstr>List of Projects/Internships</vt:lpstr>
      <vt:lpstr>INTERNSHIPS</vt:lpstr>
      <vt:lpstr>CORPORATE IT INTERN | LARSEN &amp; TOUBRO</vt:lpstr>
      <vt:lpstr>L&amp;T: SYSTEM ARCHITECTURE</vt:lpstr>
      <vt:lpstr>L&amp;T: SYSTEM ARCHITECTURE</vt:lpstr>
      <vt:lpstr>L&amp;T: ENGINEERING &amp; DATA</vt:lpstr>
      <vt:lpstr>L&amp;T: IMPACT &amp; LEARNINGS</vt:lpstr>
      <vt:lpstr>Example Output</vt:lpstr>
      <vt:lpstr>ELC SUMMER INTERN | THAPAR INSTITUTE Of Engineering And Technology</vt:lpstr>
      <vt:lpstr>ELC: MODELING &amp; DEPLOYMENT</vt:lpstr>
      <vt:lpstr>Example Output</vt:lpstr>
      <vt:lpstr>ACADEMIC &amp; PERSONAL PROJECTS</vt:lpstr>
      <vt:lpstr>VISAD: REAL-TIME VISION-DRIVEN AD SYSTEM</vt:lpstr>
      <vt:lpstr>REMOTE SENSING IMAGE CAPTIONING (BLIP)</vt:lpstr>
      <vt:lpstr>REMOTE SENSING IMAGE CAPTIONING (BLIP)</vt:lpstr>
      <vt:lpstr>REMOTE SENSING IMAGE CAPTIONING (BLIP)</vt:lpstr>
      <vt:lpstr>REMOTE SENSING IMAGE CAPTIONING (BLIP)</vt:lpstr>
      <vt:lpstr>MINI-RAG: RETRIEVAL-AUGMENTED GENERATION</vt:lpstr>
      <vt:lpstr>SENTIMENT ANALYSIS FOR MOVIE REVIEWS</vt:lpstr>
      <vt:lpstr>TECHNICAL SKILLS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Rajarshi Biswas</dc:creator>
  <cp:lastModifiedBy>Rajarshi Biswas</cp:lastModifiedBy>
  <cp:revision>1</cp:revision>
  <dcterms:created xsi:type="dcterms:W3CDTF">2025-12-24T08:23:37Z</dcterms:created>
  <dcterms:modified xsi:type="dcterms:W3CDTF">2025-12-24T11:12:35Z</dcterms:modified>
</cp:coreProperties>
</file>